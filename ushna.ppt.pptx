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Helvetica World Bold" charset="1" panose="020B0800040000020004"/>
      <p:regular r:id="rId12"/>
    </p:embeddedFont>
    <p:embeddedFont>
      <p:font typeface="Clear Sans" charset="1" panose="020B0503030202020304"/>
      <p:regular r:id="rId13"/>
    </p:embeddedFont>
    <p:embeddedFont>
      <p:font typeface="Clear Sans Medium" charset="1" panose="020B0603030202020304"/>
      <p:regular r:id="rId14"/>
    </p:embeddedFont>
    <p:embeddedFont>
      <p:font typeface="Hammersmith One" charset="1" panose="02010703030501060504"/>
      <p:regular r:id="rId15"/>
    </p:embeddedFont>
    <p:embeddedFont>
      <p:font typeface="Poppins Bold" charset="1" panose="00000800000000000000"/>
      <p:regular r:id="rId16"/>
    </p:embeddedFont>
    <p:embeddedFont>
      <p:font typeface="Open Sans" charset="1" panose="020B0606030504020204"/>
      <p:regular r:id="rId17"/>
    </p:embeddedFont>
    <p:embeddedFont>
      <p:font typeface="Times New Roman MT Bold" charset="1" panose="02030802070405020303"/>
      <p:regular r:id="rId18"/>
    </p:embeddedFont>
    <p:embeddedFont>
      <p:font typeface="Poppins" charset="1" panose="00000500000000000000"/>
      <p:regular r:id="rId19"/>
    </p:embeddedFont>
    <p:embeddedFont>
      <p:font typeface="Open Sauce Bold" charset="1" panose="00000800000000000000"/>
      <p:regular r:id="rId20"/>
    </p:embeddedFont>
    <p:embeddedFont>
      <p:font typeface="Consolas" charset="1" panose="020B0609020204030204"/>
      <p:regular r:id="rId21"/>
    </p:embeddedFont>
    <p:embeddedFont>
      <p:font typeface="Fredoka" charset="1" panose="02000000000000000000"/>
      <p:regular r:id="rId22"/>
    </p:embeddedFont>
    <p:embeddedFont>
      <p:font typeface="Open Sauce" charset="1" panose="00000500000000000000"/>
      <p:regular r:id="rId23"/>
    </p:embeddedFont>
    <p:embeddedFont>
      <p:font typeface="Koho" charset="1" panose="00000500000000000000"/>
      <p:regular r:id="rId24"/>
    </p:embeddedFont>
    <p:embeddedFont>
      <p:font typeface="Neo Tech Bold" charset="1" panose="020B0804030504040204"/>
      <p:regular r:id="rId25"/>
    </p:embeddedFont>
    <p:embeddedFont>
      <p:font typeface="Clear Sans Bold" charset="1" panose="020B08030302020203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4959" y="-141616"/>
            <a:ext cx="3899873" cy="10428616"/>
            <a:chOff x="0" y="0"/>
            <a:chExt cx="1027127" cy="2746631"/>
          </a:xfrm>
        </p:grpSpPr>
        <p:sp>
          <p:nvSpPr>
            <p:cNvPr name="Freeform 3" id="3"/>
            <p:cNvSpPr/>
            <p:nvPr/>
          </p:nvSpPr>
          <p:spPr>
            <a:xfrm flipH="false" flipV="false" rot="0">
              <a:off x="0" y="0"/>
              <a:ext cx="1027127" cy="2746631"/>
            </a:xfrm>
            <a:custGeom>
              <a:avLst/>
              <a:gdLst/>
              <a:ahLst/>
              <a:cxnLst/>
              <a:rect r="r" b="b" t="t" l="l"/>
              <a:pathLst>
                <a:path h="2746631" w="1027127">
                  <a:moveTo>
                    <a:pt x="152858" y="0"/>
                  </a:moveTo>
                  <a:lnTo>
                    <a:pt x="874269" y="0"/>
                  </a:lnTo>
                  <a:cubicBezTo>
                    <a:pt x="958690" y="0"/>
                    <a:pt x="1027127" y="68437"/>
                    <a:pt x="1027127" y="152858"/>
                  </a:cubicBezTo>
                  <a:lnTo>
                    <a:pt x="1027127" y="2593773"/>
                  </a:lnTo>
                  <a:cubicBezTo>
                    <a:pt x="1027127" y="2634314"/>
                    <a:pt x="1011022" y="2673194"/>
                    <a:pt x="982356" y="2701860"/>
                  </a:cubicBezTo>
                  <a:cubicBezTo>
                    <a:pt x="953689" y="2730527"/>
                    <a:pt x="914809" y="2746631"/>
                    <a:pt x="874269" y="2746631"/>
                  </a:cubicBezTo>
                  <a:lnTo>
                    <a:pt x="152858" y="2746631"/>
                  </a:lnTo>
                  <a:cubicBezTo>
                    <a:pt x="68437" y="2746631"/>
                    <a:pt x="0" y="2678194"/>
                    <a:pt x="0" y="2593773"/>
                  </a:cubicBezTo>
                  <a:lnTo>
                    <a:pt x="0" y="152858"/>
                  </a:lnTo>
                  <a:cubicBezTo>
                    <a:pt x="0" y="68437"/>
                    <a:pt x="68437" y="0"/>
                    <a:pt x="152858" y="0"/>
                  </a:cubicBezTo>
                  <a:close/>
                </a:path>
              </a:pathLst>
            </a:custGeom>
            <a:solidFill>
              <a:srgbClr val="066CF4"/>
            </a:solidFill>
          </p:spPr>
        </p:sp>
        <p:sp>
          <p:nvSpPr>
            <p:cNvPr name="TextBox 4" id="4"/>
            <p:cNvSpPr txBox="true"/>
            <p:nvPr/>
          </p:nvSpPr>
          <p:spPr>
            <a:xfrm>
              <a:off x="0" y="-28575"/>
              <a:ext cx="1027127" cy="2775206"/>
            </a:xfrm>
            <a:prstGeom prst="rect">
              <a:avLst/>
            </a:prstGeom>
          </p:spPr>
          <p:txBody>
            <a:bodyPr anchor="ctr" rtlCol="false" tIns="50800" lIns="50800" bIns="50800" rIns="50800"/>
            <a:lstStyle/>
            <a:p>
              <a:pPr algn="ctr" marL="0" indent="0" lvl="0">
                <a:lnSpc>
                  <a:spcPts val="2239"/>
                </a:lnSpc>
              </a:pPr>
            </a:p>
          </p:txBody>
        </p:sp>
      </p:grpSp>
      <p:grpSp>
        <p:nvGrpSpPr>
          <p:cNvPr name="Group 5" id="5"/>
          <p:cNvGrpSpPr/>
          <p:nvPr/>
        </p:nvGrpSpPr>
        <p:grpSpPr>
          <a:xfrm rot="0">
            <a:off x="-654959" y="1413906"/>
            <a:ext cx="5880271" cy="9740946"/>
            <a:chOff x="0" y="0"/>
            <a:chExt cx="911008" cy="1509127"/>
          </a:xfrm>
        </p:grpSpPr>
        <p:sp>
          <p:nvSpPr>
            <p:cNvPr name="Freeform 6" id="6"/>
            <p:cNvSpPr/>
            <p:nvPr/>
          </p:nvSpPr>
          <p:spPr>
            <a:xfrm flipH="false" flipV="false" rot="0">
              <a:off x="0" y="0"/>
              <a:ext cx="911008" cy="1509127"/>
            </a:xfrm>
            <a:custGeom>
              <a:avLst/>
              <a:gdLst/>
              <a:ahLst/>
              <a:cxnLst/>
              <a:rect r="r" b="b" t="t" l="l"/>
              <a:pathLst>
                <a:path h="1509127" w="911008">
                  <a:moveTo>
                    <a:pt x="80312" y="0"/>
                  </a:moveTo>
                  <a:lnTo>
                    <a:pt x="830696" y="0"/>
                  </a:lnTo>
                  <a:cubicBezTo>
                    <a:pt x="851996" y="0"/>
                    <a:pt x="872424" y="8461"/>
                    <a:pt x="887485" y="23523"/>
                  </a:cubicBezTo>
                  <a:cubicBezTo>
                    <a:pt x="902547" y="38584"/>
                    <a:pt x="911008" y="59012"/>
                    <a:pt x="911008" y="80312"/>
                  </a:cubicBezTo>
                  <a:lnTo>
                    <a:pt x="911008" y="1428815"/>
                  </a:lnTo>
                  <a:cubicBezTo>
                    <a:pt x="911008" y="1473171"/>
                    <a:pt x="875051" y="1509127"/>
                    <a:pt x="830696" y="1509127"/>
                  </a:cubicBezTo>
                  <a:lnTo>
                    <a:pt x="80312" y="1509127"/>
                  </a:lnTo>
                  <a:cubicBezTo>
                    <a:pt x="35957" y="1509127"/>
                    <a:pt x="0" y="1473171"/>
                    <a:pt x="0" y="1428815"/>
                  </a:cubicBezTo>
                  <a:lnTo>
                    <a:pt x="0" y="80312"/>
                  </a:lnTo>
                  <a:cubicBezTo>
                    <a:pt x="0" y="35957"/>
                    <a:pt x="35957" y="0"/>
                    <a:pt x="80312" y="0"/>
                  </a:cubicBezTo>
                  <a:close/>
                </a:path>
              </a:pathLst>
            </a:custGeom>
            <a:blipFill>
              <a:blip r:embed="rId2"/>
              <a:stretch>
                <a:fillRect l="0" t="-2953" r="0" b="-2953"/>
              </a:stretch>
            </a:blipFill>
          </p:spPr>
        </p:sp>
      </p:grpSp>
      <p:sp>
        <p:nvSpPr>
          <p:cNvPr name="TextBox 7" id="7"/>
          <p:cNvSpPr txBox="true"/>
          <p:nvPr/>
        </p:nvSpPr>
        <p:spPr>
          <a:xfrm rot="0">
            <a:off x="6268097" y="1655533"/>
            <a:ext cx="5751807" cy="1542288"/>
          </a:xfrm>
          <a:prstGeom prst="rect">
            <a:avLst/>
          </a:prstGeom>
        </p:spPr>
        <p:txBody>
          <a:bodyPr anchor="t" rtlCol="false" tIns="0" lIns="0" bIns="0" rIns="0">
            <a:spAutoFit/>
          </a:bodyPr>
          <a:lstStyle/>
          <a:p>
            <a:pPr algn="l" marL="0" indent="0" lvl="0">
              <a:lnSpc>
                <a:spcPts val="5166"/>
              </a:lnSpc>
            </a:pPr>
            <a:r>
              <a:rPr lang="en-US" b="true" sz="6300">
                <a:solidFill>
                  <a:srgbClr val="000000"/>
                </a:solidFill>
                <a:latin typeface="Helvetica World Bold"/>
                <a:ea typeface="Helvetica World Bold"/>
                <a:cs typeface="Helvetica World Bold"/>
                <a:sym typeface="Helvetica World Bold"/>
              </a:rPr>
              <a:t>What is Programming?</a:t>
            </a:r>
          </a:p>
        </p:txBody>
      </p:sp>
      <p:sp>
        <p:nvSpPr>
          <p:cNvPr name="TextBox 8" id="8"/>
          <p:cNvSpPr txBox="true"/>
          <p:nvPr/>
        </p:nvSpPr>
        <p:spPr>
          <a:xfrm rot="0">
            <a:off x="11460930" y="5305940"/>
            <a:ext cx="4944938" cy="3109024"/>
          </a:xfrm>
          <a:prstGeom prst="rect">
            <a:avLst/>
          </a:prstGeom>
        </p:spPr>
        <p:txBody>
          <a:bodyPr anchor="t" rtlCol="false" tIns="0" lIns="0" bIns="0" rIns="0">
            <a:spAutoFit/>
          </a:bodyPr>
          <a:lstStyle/>
          <a:p>
            <a:pPr algn="l" marL="517796" indent="-258898" lvl="1">
              <a:lnSpc>
                <a:spcPts val="3597"/>
              </a:lnSpc>
              <a:buFont typeface="Arial"/>
              <a:buChar char="•"/>
            </a:pPr>
            <a:r>
              <a:rPr lang="en-US" sz="2398">
                <a:solidFill>
                  <a:srgbClr val="000000"/>
                </a:solidFill>
                <a:latin typeface="Clear Sans"/>
                <a:ea typeface="Clear Sans"/>
                <a:cs typeface="Clear Sans"/>
                <a:sym typeface="Clear Sans"/>
              </a:rPr>
              <a:t>Programming is the process of giving step-by-step instructions to a computer so it can do tasks.</a:t>
            </a:r>
          </a:p>
          <a:p>
            <a:pPr algn="l" marL="517796" indent="-258898" lvl="1">
              <a:lnSpc>
                <a:spcPts val="3597"/>
              </a:lnSpc>
              <a:buFont typeface="Arial"/>
              <a:buChar char="•"/>
            </a:pPr>
            <a:r>
              <a:rPr lang="en-US" sz="2398">
                <a:solidFill>
                  <a:srgbClr val="000000"/>
                </a:solidFill>
                <a:latin typeface="Clear Sans"/>
                <a:ea typeface="Clear Sans"/>
                <a:cs typeface="Clear Sans"/>
                <a:sym typeface="Clear Sans"/>
              </a:rPr>
              <a:t>Goal: Solve problems by writing code that a computer can understand and execute.</a:t>
            </a:r>
          </a:p>
        </p:txBody>
      </p:sp>
      <p:sp>
        <p:nvSpPr>
          <p:cNvPr name="TextBox 9" id="9"/>
          <p:cNvSpPr txBox="true"/>
          <p:nvPr/>
        </p:nvSpPr>
        <p:spPr>
          <a:xfrm rot="0">
            <a:off x="11460930" y="4488776"/>
            <a:ext cx="4944938" cy="419100"/>
          </a:xfrm>
          <a:prstGeom prst="rect">
            <a:avLst/>
          </a:prstGeom>
        </p:spPr>
        <p:txBody>
          <a:bodyPr anchor="t" rtlCol="false" tIns="0" lIns="0" bIns="0" rIns="0">
            <a:spAutoFit/>
          </a:bodyPr>
          <a:lstStyle/>
          <a:p>
            <a:pPr algn="l" marL="0" indent="0" lvl="0">
              <a:lnSpc>
                <a:spcPts val="3357"/>
              </a:lnSpc>
            </a:pPr>
            <a:r>
              <a:rPr lang="en-US" b="true" sz="2798">
                <a:solidFill>
                  <a:srgbClr val="000000"/>
                </a:solidFill>
                <a:latin typeface="Clear Sans Medium"/>
                <a:ea typeface="Clear Sans Medium"/>
                <a:cs typeface="Clear Sans Medium"/>
                <a:sym typeface="Clear Sans Medium"/>
              </a:rPr>
              <a:t>DEFINITION</a:t>
            </a:r>
          </a:p>
        </p:txBody>
      </p:sp>
      <p:sp>
        <p:nvSpPr>
          <p:cNvPr name="TextBox 10" id="10"/>
          <p:cNvSpPr txBox="true"/>
          <p:nvPr/>
        </p:nvSpPr>
        <p:spPr>
          <a:xfrm rot="0">
            <a:off x="6268097" y="8961088"/>
            <a:ext cx="4293800" cy="297212"/>
          </a:xfrm>
          <a:prstGeom prst="rect">
            <a:avLst/>
          </a:prstGeom>
        </p:spPr>
        <p:txBody>
          <a:bodyPr anchor="t" rtlCol="false" tIns="0" lIns="0" bIns="0" rIns="0">
            <a:spAutoFit/>
          </a:bodyPr>
          <a:lstStyle/>
          <a:p>
            <a:pPr algn="l" marL="0" indent="0" lvl="0">
              <a:lnSpc>
                <a:spcPts val="2518"/>
              </a:lnSpc>
              <a:spcBef>
                <a:spcPct val="0"/>
              </a:spcBef>
            </a:pPr>
            <a:r>
              <a:rPr lang="en-US" sz="1798">
                <a:solidFill>
                  <a:srgbClr val="000000"/>
                </a:solidFill>
                <a:latin typeface="Hammersmith One"/>
                <a:ea typeface="Hammersmith One"/>
                <a:cs typeface="Hammersmith One"/>
                <a:sym typeface="Hammersmith One"/>
              </a:rPr>
              <a:t>INTRODUCTION TO PROGRAMMING</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2205854" y="3180967"/>
            <a:ext cx="6735665" cy="6077333"/>
            <a:chOff x="0" y="0"/>
            <a:chExt cx="1774002" cy="1600614"/>
          </a:xfrm>
        </p:grpSpPr>
        <p:sp>
          <p:nvSpPr>
            <p:cNvPr name="Freeform 3" id="3"/>
            <p:cNvSpPr/>
            <p:nvPr/>
          </p:nvSpPr>
          <p:spPr>
            <a:xfrm flipH="false" flipV="false" rot="0">
              <a:off x="0" y="0"/>
              <a:ext cx="1774002" cy="1600614"/>
            </a:xfrm>
            <a:custGeom>
              <a:avLst/>
              <a:gdLst/>
              <a:ahLst/>
              <a:cxnLst/>
              <a:rect r="r" b="b" t="t" l="l"/>
              <a:pathLst>
                <a:path h="1600614" w="1774002">
                  <a:moveTo>
                    <a:pt x="73561" y="0"/>
                  </a:moveTo>
                  <a:lnTo>
                    <a:pt x="1700441" y="0"/>
                  </a:lnTo>
                  <a:cubicBezTo>
                    <a:pt x="1741068" y="0"/>
                    <a:pt x="1774002" y="32934"/>
                    <a:pt x="1774002" y="73561"/>
                  </a:cubicBezTo>
                  <a:lnTo>
                    <a:pt x="1774002" y="1527053"/>
                  </a:lnTo>
                  <a:cubicBezTo>
                    <a:pt x="1774002" y="1567680"/>
                    <a:pt x="1741068" y="1600614"/>
                    <a:pt x="1700441" y="1600614"/>
                  </a:cubicBezTo>
                  <a:lnTo>
                    <a:pt x="73561" y="1600614"/>
                  </a:lnTo>
                  <a:cubicBezTo>
                    <a:pt x="54051" y="1600614"/>
                    <a:pt x="35341" y="1592864"/>
                    <a:pt x="21546" y="1579069"/>
                  </a:cubicBezTo>
                  <a:cubicBezTo>
                    <a:pt x="7750" y="1565273"/>
                    <a:pt x="0" y="1546563"/>
                    <a:pt x="0" y="1527053"/>
                  </a:cubicBezTo>
                  <a:lnTo>
                    <a:pt x="0" y="73561"/>
                  </a:lnTo>
                  <a:cubicBezTo>
                    <a:pt x="0" y="32934"/>
                    <a:pt x="32934" y="0"/>
                    <a:pt x="73561" y="0"/>
                  </a:cubicBezTo>
                  <a:close/>
                </a:path>
              </a:pathLst>
            </a:custGeom>
            <a:solidFill>
              <a:srgbClr val="6785CE"/>
            </a:solidFill>
            <a:ln w="38100" cap="rnd">
              <a:solidFill>
                <a:srgbClr val="484434"/>
              </a:solidFill>
              <a:prstDash val="solid"/>
              <a:round/>
            </a:ln>
          </p:spPr>
        </p:sp>
        <p:sp>
          <p:nvSpPr>
            <p:cNvPr name="TextBox 4" id="4"/>
            <p:cNvSpPr txBox="true"/>
            <p:nvPr/>
          </p:nvSpPr>
          <p:spPr>
            <a:xfrm>
              <a:off x="0" y="-38100"/>
              <a:ext cx="1774002" cy="163871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3019958" y="3875836"/>
            <a:ext cx="5107458" cy="523510"/>
          </a:xfrm>
          <a:prstGeom prst="rect">
            <a:avLst/>
          </a:prstGeom>
        </p:spPr>
        <p:txBody>
          <a:bodyPr anchor="t" rtlCol="false" tIns="0" lIns="0" bIns="0" rIns="0">
            <a:spAutoFit/>
          </a:bodyPr>
          <a:lstStyle/>
          <a:p>
            <a:pPr algn="ctr" marL="0" indent="0" lvl="0">
              <a:lnSpc>
                <a:spcPts val="3420"/>
              </a:lnSpc>
            </a:pPr>
            <a:r>
              <a:rPr lang="en-US" b="true" sz="4223">
                <a:solidFill>
                  <a:srgbClr val="DFDDD5"/>
                </a:solidFill>
                <a:latin typeface="Poppins Bold"/>
                <a:ea typeface="Poppins Bold"/>
                <a:cs typeface="Poppins Bold"/>
                <a:sym typeface="Poppins Bold"/>
              </a:rPr>
              <a:t>JAVASCRIPT (JS)</a:t>
            </a:r>
          </a:p>
        </p:txBody>
      </p:sp>
      <p:sp>
        <p:nvSpPr>
          <p:cNvPr name="TextBox 6" id="6"/>
          <p:cNvSpPr txBox="true"/>
          <p:nvPr/>
        </p:nvSpPr>
        <p:spPr>
          <a:xfrm rot="0">
            <a:off x="2608432" y="4671291"/>
            <a:ext cx="5930510" cy="3749082"/>
          </a:xfrm>
          <a:prstGeom prst="rect">
            <a:avLst/>
          </a:prstGeom>
        </p:spPr>
        <p:txBody>
          <a:bodyPr anchor="t" rtlCol="false" tIns="0" lIns="0" bIns="0" rIns="0">
            <a:spAutoFit/>
          </a:bodyPr>
          <a:lstStyle/>
          <a:p>
            <a:pPr algn="just" marL="0" indent="0" lvl="0">
              <a:lnSpc>
                <a:spcPts val="3357"/>
              </a:lnSpc>
            </a:pPr>
            <a:r>
              <a:rPr lang="en-US" sz="2398">
                <a:solidFill>
                  <a:srgbClr val="DFDDD5"/>
                </a:solidFill>
                <a:latin typeface="Open Sans"/>
                <a:ea typeface="Open Sans"/>
                <a:cs typeface="Open Sans"/>
                <a:sym typeface="Open Sans"/>
              </a:rPr>
              <a:t>A programming language used to make web pages interactive and dynamic.</a:t>
            </a:r>
          </a:p>
          <a:p>
            <a:pPr algn="just" marL="0" indent="0" lvl="0">
              <a:lnSpc>
                <a:spcPts val="3357"/>
              </a:lnSpc>
            </a:pPr>
            <a:r>
              <a:rPr lang="en-US" sz="2398">
                <a:solidFill>
                  <a:srgbClr val="DFDDD5"/>
                </a:solidFill>
                <a:latin typeface="Open Sans"/>
                <a:ea typeface="Open Sans"/>
                <a:cs typeface="Open Sans"/>
                <a:sym typeface="Open Sans"/>
              </a:rPr>
              <a:t>JavaScript runs in the browser and responds to user actions clicks, form inputs, animations, and more.</a:t>
            </a:r>
          </a:p>
          <a:p>
            <a:pPr algn="just" marL="0" indent="0" lvl="0">
              <a:lnSpc>
                <a:spcPts val="3357"/>
              </a:lnSpc>
            </a:pPr>
            <a:r>
              <a:rPr lang="en-US" sz="2398">
                <a:solidFill>
                  <a:srgbClr val="DFDDD5"/>
                </a:solidFill>
                <a:latin typeface="Open Sans"/>
                <a:ea typeface="Open Sans"/>
                <a:cs typeface="Open Sans"/>
                <a:sym typeface="Open Sans"/>
              </a:rPr>
              <a:t>Together with HTML: HTML builds the structure of the page, while JavaScript adds behavior and interactivity (buttons, forms, animations).</a:t>
            </a:r>
          </a:p>
        </p:txBody>
      </p:sp>
      <p:grpSp>
        <p:nvGrpSpPr>
          <p:cNvPr name="Group 7" id="7"/>
          <p:cNvGrpSpPr/>
          <p:nvPr/>
        </p:nvGrpSpPr>
        <p:grpSpPr>
          <a:xfrm rot="0">
            <a:off x="9346481" y="3180967"/>
            <a:ext cx="6735665" cy="6077333"/>
            <a:chOff x="0" y="0"/>
            <a:chExt cx="1774002" cy="1600614"/>
          </a:xfrm>
        </p:grpSpPr>
        <p:sp>
          <p:nvSpPr>
            <p:cNvPr name="Freeform 8" id="8"/>
            <p:cNvSpPr/>
            <p:nvPr/>
          </p:nvSpPr>
          <p:spPr>
            <a:xfrm flipH="false" flipV="false" rot="0">
              <a:off x="0" y="0"/>
              <a:ext cx="1774002" cy="1600614"/>
            </a:xfrm>
            <a:custGeom>
              <a:avLst/>
              <a:gdLst/>
              <a:ahLst/>
              <a:cxnLst/>
              <a:rect r="r" b="b" t="t" l="l"/>
              <a:pathLst>
                <a:path h="1600614" w="1774002">
                  <a:moveTo>
                    <a:pt x="73561" y="0"/>
                  </a:moveTo>
                  <a:lnTo>
                    <a:pt x="1700441" y="0"/>
                  </a:lnTo>
                  <a:cubicBezTo>
                    <a:pt x="1741068" y="0"/>
                    <a:pt x="1774002" y="32934"/>
                    <a:pt x="1774002" y="73561"/>
                  </a:cubicBezTo>
                  <a:lnTo>
                    <a:pt x="1774002" y="1527053"/>
                  </a:lnTo>
                  <a:cubicBezTo>
                    <a:pt x="1774002" y="1567680"/>
                    <a:pt x="1741068" y="1600614"/>
                    <a:pt x="1700441" y="1600614"/>
                  </a:cubicBezTo>
                  <a:lnTo>
                    <a:pt x="73561" y="1600614"/>
                  </a:lnTo>
                  <a:cubicBezTo>
                    <a:pt x="54051" y="1600614"/>
                    <a:pt x="35341" y="1592864"/>
                    <a:pt x="21546" y="1579069"/>
                  </a:cubicBezTo>
                  <a:cubicBezTo>
                    <a:pt x="7750" y="1565273"/>
                    <a:pt x="0" y="1546563"/>
                    <a:pt x="0" y="1527053"/>
                  </a:cubicBezTo>
                  <a:lnTo>
                    <a:pt x="0" y="73561"/>
                  </a:lnTo>
                  <a:cubicBezTo>
                    <a:pt x="0" y="32934"/>
                    <a:pt x="32934" y="0"/>
                    <a:pt x="73561" y="0"/>
                  </a:cubicBezTo>
                  <a:close/>
                </a:path>
              </a:pathLst>
            </a:custGeom>
            <a:solidFill>
              <a:srgbClr val="6785CE"/>
            </a:solidFill>
            <a:ln w="38100" cap="rnd">
              <a:solidFill>
                <a:srgbClr val="484434"/>
              </a:solidFill>
              <a:prstDash val="solid"/>
              <a:round/>
            </a:ln>
          </p:spPr>
        </p:sp>
        <p:sp>
          <p:nvSpPr>
            <p:cNvPr name="TextBox 9" id="9"/>
            <p:cNvSpPr txBox="true"/>
            <p:nvPr/>
          </p:nvSpPr>
          <p:spPr>
            <a:xfrm>
              <a:off x="0" y="-38100"/>
              <a:ext cx="1774002" cy="163871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0160584" y="3875836"/>
            <a:ext cx="5107458" cy="523510"/>
          </a:xfrm>
          <a:prstGeom prst="rect">
            <a:avLst/>
          </a:prstGeom>
        </p:spPr>
        <p:txBody>
          <a:bodyPr anchor="t" rtlCol="false" tIns="0" lIns="0" bIns="0" rIns="0">
            <a:spAutoFit/>
          </a:bodyPr>
          <a:lstStyle/>
          <a:p>
            <a:pPr algn="ctr" marL="0" indent="0" lvl="0">
              <a:lnSpc>
                <a:spcPts val="3420"/>
              </a:lnSpc>
            </a:pPr>
            <a:r>
              <a:rPr lang="en-US" b="true" sz="4223">
                <a:solidFill>
                  <a:srgbClr val="DFDDD5"/>
                </a:solidFill>
                <a:latin typeface="Poppins Bold"/>
                <a:ea typeface="Poppins Bold"/>
                <a:cs typeface="Poppins Bold"/>
                <a:sym typeface="Poppins Bold"/>
              </a:rPr>
              <a:t>HTML</a:t>
            </a:r>
          </a:p>
        </p:txBody>
      </p:sp>
      <p:sp>
        <p:nvSpPr>
          <p:cNvPr name="TextBox 11" id="11"/>
          <p:cNvSpPr txBox="true"/>
          <p:nvPr/>
        </p:nvSpPr>
        <p:spPr>
          <a:xfrm rot="0">
            <a:off x="9749058" y="4671291"/>
            <a:ext cx="5930510" cy="3749082"/>
          </a:xfrm>
          <a:prstGeom prst="rect">
            <a:avLst/>
          </a:prstGeom>
        </p:spPr>
        <p:txBody>
          <a:bodyPr anchor="t" rtlCol="false" tIns="0" lIns="0" bIns="0" rIns="0">
            <a:spAutoFit/>
          </a:bodyPr>
          <a:lstStyle/>
          <a:p>
            <a:pPr algn="just" marL="0" indent="0" lvl="0">
              <a:lnSpc>
                <a:spcPts val="3357"/>
              </a:lnSpc>
            </a:pPr>
            <a:r>
              <a:rPr lang="en-US" sz="2398">
                <a:solidFill>
                  <a:srgbClr val="DFDDD5"/>
                </a:solidFill>
                <a:latin typeface="Open Sans"/>
                <a:ea typeface="Open Sans"/>
                <a:cs typeface="Open Sans"/>
                <a:sym typeface="Open Sans"/>
              </a:rPr>
              <a:t>HyperText Markup Language is the standard language for structuring and displaying content on the web.</a:t>
            </a:r>
          </a:p>
          <a:p>
            <a:pPr algn="just" marL="0" indent="0" lvl="0">
              <a:lnSpc>
                <a:spcPts val="3357"/>
              </a:lnSpc>
            </a:pPr>
            <a:r>
              <a:rPr lang="en-US" sz="2398">
                <a:solidFill>
                  <a:srgbClr val="DFDDD5"/>
                </a:solidFill>
                <a:latin typeface="Open Sans"/>
                <a:ea typeface="Open Sans"/>
                <a:cs typeface="Open Sans"/>
                <a:sym typeface="Open Sans"/>
              </a:rPr>
              <a:t>HTML defines the skeleton of a web page: headings, paragraphs, images, links, and other elements.</a:t>
            </a:r>
          </a:p>
          <a:p>
            <a:pPr algn="just" marL="0" indent="0" lvl="0">
              <a:lnSpc>
                <a:spcPts val="3357"/>
              </a:lnSpc>
            </a:pPr>
            <a:r>
              <a:rPr lang="en-US" sz="2398">
                <a:solidFill>
                  <a:srgbClr val="DFDDD5"/>
                </a:solidFill>
                <a:latin typeface="Open Sans"/>
                <a:ea typeface="Open Sans"/>
                <a:cs typeface="Open Sans"/>
                <a:sym typeface="Open Sans"/>
              </a:rPr>
              <a:t>Together with JS: HTML provides the content and structure, while JavaScript brings it to life with dynamic behavior.</a:t>
            </a:r>
          </a:p>
        </p:txBody>
      </p:sp>
      <p:sp>
        <p:nvSpPr>
          <p:cNvPr name="TextBox 12" id="12"/>
          <p:cNvSpPr txBox="true"/>
          <p:nvPr/>
        </p:nvSpPr>
        <p:spPr>
          <a:xfrm rot="0">
            <a:off x="2386345" y="1266825"/>
            <a:ext cx="14013170" cy="1022953"/>
          </a:xfrm>
          <a:prstGeom prst="rect">
            <a:avLst/>
          </a:prstGeom>
        </p:spPr>
        <p:txBody>
          <a:bodyPr anchor="t" rtlCol="false" tIns="0" lIns="0" bIns="0" rIns="0">
            <a:spAutoFit/>
          </a:bodyPr>
          <a:lstStyle/>
          <a:p>
            <a:pPr algn="ctr" marL="0" indent="0" lvl="0">
              <a:lnSpc>
                <a:spcPts val="6735"/>
              </a:lnSpc>
            </a:pPr>
            <a:r>
              <a:rPr lang="en-US" b="true" sz="8315">
                <a:solidFill>
                  <a:srgbClr val="484434"/>
                </a:solidFill>
                <a:latin typeface="Poppins Bold"/>
                <a:ea typeface="Poppins Bold"/>
                <a:cs typeface="Poppins Bold"/>
                <a:sym typeface="Poppins Bold"/>
              </a:rPr>
              <a:t>JAVASCRIPT AND HTML</a:t>
            </a:r>
          </a:p>
        </p:txBody>
      </p:sp>
      <p:sp>
        <p:nvSpPr>
          <p:cNvPr name="TextBox 13" id="13"/>
          <p:cNvSpPr txBox="true"/>
          <p:nvPr/>
        </p:nvSpPr>
        <p:spPr>
          <a:xfrm rot="0">
            <a:off x="2115175" y="2251932"/>
            <a:ext cx="14057650" cy="372784"/>
          </a:xfrm>
          <a:prstGeom prst="rect">
            <a:avLst/>
          </a:prstGeom>
        </p:spPr>
        <p:txBody>
          <a:bodyPr anchor="t" rtlCol="false" tIns="0" lIns="0" bIns="0" rIns="0">
            <a:spAutoFit/>
          </a:bodyPr>
          <a:lstStyle/>
          <a:p>
            <a:pPr algn="ctr" marL="0" indent="0" lvl="0">
              <a:lnSpc>
                <a:spcPts val="3077"/>
              </a:lnSpc>
            </a:pPr>
            <a:r>
              <a:rPr lang="en-US" sz="2198">
                <a:solidFill>
                  <a:srgbClr val="484434"/>
                </a:solidFill>
                <a:latin typeface="Open Sans"/>
                <a:ea typeface="Open Sans"/>
                <a:cs typeface="Open Sans"/>
                <a:sym typeface="Open Sans"/>
              </a:rPr>
              <a:t>Two essential building blocks of the web — working together to create interactive, structured web pages.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1325362" y="808324"/>
            <a:ext cx="6583683" cy="4490561"/>
            <a:chOff x="0" y="0"/>
            <a:chExt cx="1019985" cy="695705"/>
          </a:xfrm>
        </p:grpSpPr>
        <p:sp>
          <p:nvSpPr>
            <p:cNvPr name="Freeform 4" id="4"/>
            <p:cNvSpPr/>
            <p:nvPr/>
          </p:nvSpPr>
          <p:spPr>
            <a:xfrm flipH="false" flipV="false" rot="0">
              <a:off x="0" y="0"/>
              <a:ext cx="1019985" cy="695705"/>
            </a:xfrm>
            <a:custGeom>
              <a:avLst/>
              <a:gdLst/>
              <a:ahLst/>
              <a:cxnLst/>
              <a:rect r="r" b="b" t="t" l="l"/>
              <a:pathLst>
                <a:path h="695705" w="1019985">
                  <a:moveTo>
                    <a:pt x="0" y="0"/>
                  </a:moveTo>
                  <a:lnTo>
                    <a:pt x="1019985" y="0"/>
                  </a:lnTo>
                  <a:lnTo>
                    <a:pt x="1019985" y="695705"/>
                  </a:lnTo>
                  <a:lnTo>
                    <a:pt x="0" y="695705"/>
                  </a:lnTo>
                  <a:close/>
                </a:path>
              </a:pathLst>
            </a:custGeom>
            <a:blipFill>
              <a:blip r:embed="rId3"/>
              <a:stretch>
                <a:fillRect l="-468" t="0" r="-468" b="0"/>
              </a:stretch>
            </a:blipFill>
          </p:spPr>
        </p:sp>
      </p:grpSp>
      <p:grpSp>
        <p:nvGrpSpPr>
          <p:cNvPr name="Group 5" id="5"/>
          <p:cNvGrpSpPr/>
          <p:nvPr/>
        </p:nvGrpSpPr>
        <p:grpSpPr>
          <a:xfrm rot="0">
            <a:off x="1196751" y="4370279"/>
            <a:ext cx="9873219" cy="4685443"/>
            <a:chOff x="0" y="0"/>
            <a:chExt cx="2600354" cy="1234026"/>
          </a:xfrm>
        </p:grpSpPr>
        <p:sp>
          <p:nvSpPr>
            <p:cNvPr name="Freeform 6" id="6"/>
            <p:cNvSpPr/>
            <p:nvPr/>
          </p:nvSpPr>
          <p:spPr>
            <a:xfrm flipH="false" flipV="false" rot="0">
              <a:off x="0" y="0"/>
              <a:ext cx="2600354" cy="1234026"/>
            </a:xfrm>
            <a:custGeom>
              <a:avLst/>
              <a:gdLst/>
              <a:ahLst/>
              <a:cxnLst/>
              <a:rect r="r" b="b" t="t" l="l"/>
              <a:pathLst>
                <a:path h="1234026" w="2600354">
                  <a:moveTo>
                    <a:pt x="0" y="0"/>
                  </a:moveTo>
                  <a:lnTo>
                    <a:pt x="2600354" y="0"/>
                  </a:lnTo>
                  <a:lnTo>
                    <a:pt x="2600354" y="1234026"/>
                  </a:lnTo>
                  <a:lnTo>
                    <a:pt x="0" y="1234026"/>
                  </a:lnTo>
                  <a:close/>
                </a:path>
              </a:pathLst>
            </a:custGeom>
            <a:solidFill>
              <a:srgbClr val="6785CE"/>
            </a:solidFill>
          </p:spPr>
        </p:sp>
        <p:sp>
          <p:nvSpPr>
            <p:cNvPr name="TextBox 7" id="7"/>
            <p:cNvSpPr txBox="true"/>
            <p:nvPr/>
          </p:nvSpPr>
          <p:spPr>
            <a:xfrm>
              <a:off x="0" y="-76200"/>
              <a:ext cx="2600354" cy="1310226"/>
            </a:xfrm>
            <a:prstGeom prst="rect">
              <a:avLst/>
            </a:prstGeom>
          </p:spPr>
          <p:txBody>
            <a:bodyPr anchor="ctr" rtlCol="false" tIns="50800" lIns="50800" bIns="50800" rIns="50800"/>
            <a:lstStyle/>
            <a:p>
              <a:pPr algn="ctr" marL="0" indent="0" lvl="0">
                <a:lnSpc>
                  <a:spcPts val="2660"/>
                </a:lnSpc>
              </a:pPr>
            </a:p>
          </p:txBody>
        </p:sp>
      </p:grpSp>
      <p:sp>
        <p:nvSpPr>
          <p:cNvPr name="Freeform 8" id="8"/>
          <p:cNvSpPr/>
          <p:nvPr/>
        </p:nvSpPr>
        <p:spPr>
          <a:xfrm flipH="false" flipV="false" rot="0">
            <a:off x="16119143" y="8118143"/>
            <a:ext cx="1140157" cy="1140157"/>
          </a:xfrm>
          <a:custGeom>
            <a:avLst/>
            <a:gdLst/>
            <a:ahLst/>
            <a:cxnLst/>
            <a:rect r="r" b="b" t="t" l="l"/>
            <a:pathLst>
              <a:path h="1140157" w="1140157">
                <a:moveTo>
                  <a:pt x="0" y="0"/>
                </a:moveTo>
                <a:lnTo>
                  <a:pt x="1140157" y="0"/>
                </a:lnTo>
                <a:lnTo>
                  <a:pt x="1140157" y="1140157"/>
                </a:lnTo>
                <a:lnTo>
                  <a:pt x="0" y="1140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023767" y="5928551"/>
            <a:ext cx="1186872" cy="1382093"/>
          </a:xfrm>
          <a:custGeom>
            <a:avLst/>
            <a:gdLst/>
            <a:ahLst/>
            <a:cxnLst/>
            <a:rect r="r" b="b" t="t" l="l"/>
            <a:pathLst>
              <a:path h="1382093" w="1186872">
                <a:moveTo>
                  <a:pt x="0" y="0"/>
                </a:moveTo>
                <a:lnTo>
                  <a:pt x="1186872" y="0"/>
                </a:lnTo>
                <a:lnTo>
                  <a:pt x="1186872" y="1382093"/>
                </a:lnTo>
                <a:lnTo>
                  <a:pt x="0" y="13820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0" id="10"/>
          <p:cNvSpPr/>
          <p:nvPr/>
        </p:nvSpPr>
        <p:spPr>
          <a:xfrm>
            <a:off x="1028700" y="8688221"/>
            <a:ext cx="9253302" cy="0"/>
          </a:xfrm>
          <a:prstGeom prst="line">
            <a:avLst/>
          </a:prstGeom>
          <a:ln cap="flat" w="28575">
            <a:solidFill>
              <a:srgbClr val="FFFFFF"/>
            </a:solidFill>
            <a:prstDash val="solid"/>
            <a:headEnd type="none" len="sm" w="sm"/>
            <a:tailEnd type="oval" len="lg" w="lg"/>
          </a:ln>
        </p:spPr>
      </p:sp>
      <p:sp>
        <p:nvSpPr>
          <p:cNvPr name="TextBox 11" id="11"/>
          <p:cNvSpPr txBox="true"/>
          <p:nvPr/>
        </p:nvSpPr>
        <p:spPr>
          <a:xfrm rot="0">
            <a:off x="1028700" y="1898189"/>
            <a:ext cx="10041270" cy="886726"/>
          </a:xfrm>
          <a:prstGeom prst="rect">
            <a:avLst/>
          </a:prstGeom>
        </p:spPr>
        <p:txBody>
          <a:bodyPr anchor="t" rtlCol="false" tIns="0" lIns="0" bIns="0" rIns="0">
            <a:spAutoFit/>
          </a:bodyPr>
          <a:lstStyle/>
          <a:p>
            <a:pPr algn="l" marL="0" indent="0" lvl="0">
              <a:lnSpc>
                <a:spcPts val="5728"/>
              </a:lnSpc>
            </a:pPr>
            <a:r>
              <a:rPr lang="en-US" b="true" sz="5967">
                <a:solidFill>
                  <a:srgbClr val="025464"/>
                </a:solidFill>
                <a:latin typeface="Times New Roman MT Bold"/>
                <a:ea typeface="Times New Roman MT Bold"/>
                <a:cs typeface="Times New Roman MT Bold"/>
                <a:sym typeface="Times New Roman MT Bold"/>
              </a:rPr>
              <a:t>console.log - Printing Messages</a:t>
            </a:r>
          </a:p>
        </p:txBody>
      </p:sp>
      <p:sp>
        <p:nvSpPr>
          <p:cNvPr name="TextBox 12" id="12"/>
          <p:cNvSpPr txBox="true"/>
          <p:nvPr/>
        </p:nvSpPr>
        <p:spPr>
          <a:xfrm rot="0">
            <a:off x="1822384" y="5028217"/>
            <a:ext cx="8129232" cy="550861"/>
          </a:xfrm>
          <a:prstGeom prst="rect">
            <a:avLst/>
          </a:prstGeom>
        </p:spPr>
        <p:txBody>
          <a:bodyPr anchor="t" rtlCol="false" tIns="0" lIns="0" bIns="0" rIns="0">
            <a:spAutoFit/>
          </a:bodyPr>
          <a:lstStyle/>
          <a:p>
            <a:pPr algn="l" marL="0" indent="0" lvl="0">
              <a:lnSpc>
                <a:spcPts val="3549"/>
              </a:lnSpc>
            </a:pPr>
            <a:r>
              <a:rPr lang="en-US" b="true" sz="3697">
                <a:solidFill>
                  <a:srgbClr val="F3C623"/>
                </a:solidFill>
                <a:latin typeface="Times New Roman MT Bold"/>
                <a:ea typeface="Times New Roman MT Bold"/>
                <a:cs typeface="Times New Roman MT Bold"/>
                <a:sym typeface="Times New Roman MT Bold"/>
              </a:rPr>
              <a:t>What is console.log()?</a:t>
            </a:r>
          </a:p>
        </p:txBody>
      </p:sp>
      <p:sp>
        <p:nvSpPr>
          <p:cNvPr name="TextBox 13" id="13"/>
          <p:cNvSpPr txBox="true"/>
          <p:nvPr/>
        </p:nvSpPr>
        <p:spPr>
          <a:xfrm rot="0">
            <a:off x="2152770" y="6112161"/>
            <a:ext cx="8129232" cy="1609221"/>
          </a:xfrm>
          <a:prstGeom prst="rect">
            <a:avLst/>
          </a:prstGeom>
        </p:spPr>
        <p:txBody>
          <a:bodyPr anchor="t" rtlCol="false" tIns="0" lIns="0" bIns="0" rIns="0">
            <a:spAutoFit/>
          </a:bodyPr>
          <a:lstStyle/>
          <a:p>
            <a:pPr algn="just" marL="0" indent="0" lvl="0">
              <a:lnSpc>
                <a:spcPts val="3177"/>
              </a:lnSpc>
            </a:pPr>
            <a:r>
              <a:rPr lang="en-US" sz="2269">
                <a:solidFill>
                  <a:srgbClr val="FFFFFF"/>
                </a:solidFill>
                <a:latin typeface="Poppins"/>
                <a:ea typeface="Poppins"/>
                <a:cs typeface="Poppins"/>
                <a:sym typeface="Poppins"/>
              </a:rPr>
              <a:t>console.log() prints messages to the browser's console for debugging. It is one of the most essential tools in JavaScript, allowing developers to inspect values, trace code execution, and identify errors during development.</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p:cSld>
    <p:bg>
      <p:bgPr>
        <a:solidFill>
          <a:srgbClr val="E6E6F1"/>
        </a:solidFill>
      </p:bgPr>
    </p:bg>
    <p:spTree>
      <p:nvGrpSpPr>
        <p:cNvPr id="1" name=""/>
        <p:cNvGrpSpPr/>
        <p:nvPr/>
      </p:nvGrpSpPr>
      <p:grpSpPr>
        <a:xfrm>
          <a:off x="0" y="0"/>
          <a:ext cx="0" cy="0"/>
          <a:chOff x="0" y="0"/>
          <a:chExt cx="0" cy="0"/>
        </a:xfrm>
      </p:grpSpPr>
      <p:grpSp>
        <p:nvGrpSpPr>
          <p:cNvPr name="Group 2" id="2"/>
          <p:cNvGrpSpPr/>
          <p:nvPr/>
        </p:nvGrpSpPr>
        <p:grpSpPr>
          <a:xfrm rot="0">
            <a:off x="1028700" y="1581027"/>
            <a:ext cx="15141289" cy="7677273"/>
            <a:chOff x="0" y="0"/>
            <a:chExt cx="3987829" cy="2021998"/>
          </a:xfrm>
        </p:grpSpPr>
        <p:sp>
          <p:nvSpPr>
            <p:cNvPr name="Freeform 3" id="3"/>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5B59A2"/>
            </a:solidFill>
            <a:ln cap="sq">
              <a:noFill/>
              <a:prstDash val="solid"/>
              <a:miter/>
            </a:ln>
          </p:spPr>
        </p:sp>
        <p:sp>
          <p:nvSpPr>
            <p:cNvPr name="TextBox 4" id="4"/>
            <p:cNvSpPr txBox="true"/>
            <p:nvPr/>
          </p:nvSpPr>
          <p:spPr>
            <a:xfrm>
              <a:off x="0" y="-38100"/>
              <a:ext cx="3987829" cy="206009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306205" y="1028700"/>
            <a:ext cx="15953095" cy="7957715"/>
            <a:chOff x="0" y="0"/>
            <a:chExt cx="4201638" cy="2095859"/>
          </a:xfrm>
        </p:grpSpPr>
        <p:sp>
          <p:nvSpPr>
            <p:cNvPr name="Freeform 6" id="6"/>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FFFFF"/>
            </a:solidFill>
            <a:ln w="38100" cap="sq">
              <a:solidFill>
                <a:srgbClr val="5B59A2"/>
              </a:solidFill>
              <a:prstDash val="solid"/>
              <a:miter/>
            </a:ln>
          </p:spPr>
        </p:sp>
        <p:sp>
          <p:nvSpPr>
            <p:cNvPr name="TextBox 7" id="7"/>
            <p:cNvSpPr txBox="true"/>
            <p:nvPr/>
          </p:nvSpPr>
          <p:spPr>
            <a:xfrm>
              <a:off x="0" y="-38100"/>
              <a:ext cx="4201638" cy="213395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2206819" y="7172115"/>
            <a:ext cx="3451984" cy="1055515"/>
            <a:chOff x="0" y="0"/>
            <a:chExt cx="1103218" cy="337332"/>
          </a:xfrm>
        </p:grpSpPr>
        <p:sp>
          <p:nvSpPr>
            <p:cNvPr name="Freeform 9" id="9"/>
            <p:cNvSpPr/>
            <p:nvPr/>
          </p:nvSpPr>
          <p:spPr>
            <a:xfrm flipH="false" flipV="false" rot="0">
              <a:off x="0" y="0"/>
              <a:ext cx="1103218" cy="337332"/>
            </a:xfrm>
            <a:custGeom>
              <a:avLst/>
              <a:gdLst/>
              <a:ahLst/>
              <a:cxnLst/>
              <a:rect r="r" b="b" t="t" l="l"/>
              <a:pathLst>
                <a:path h="337332" w="1103218">
                  <a:moveTo>
                    <a:pt x="13456" y="0"/>
                  </a:moveTo>
                  <a:lnTo>
                    <a:pt x="1089762" y="0"/>
                  </a:lnTo>
                  <a:cubicBezTo>
                    <a:pt x="1093330" y="0"/>
                    <a:pt x="1096753" y="1418"/>
                    <a:pt x="1099277" y="3941"/>
                  </a:cubicBezTo>
                  <a:cubicBezTo>
                    <a:pt x="1101800" y="6465"/>
                    <a:pt x="1103218" y="9888"/>
                    <a:pt x="1103218" y="13456"/>
                  </a:cubicBezTo>
                  <a:lnTo>
                    <a:pt x="1103218" y="323875"/>
                  </a:lnTo>
                  <a:cubicBezTo>
                    <a:pt x="1103218" y="327444"/>
                    <a:pt x="1101800" y="330867"/>
                    <a:pt x="1099277" y="333390"/>
                  </a:cubicBezTo>
                  <a:cubicBezTo>
                    <a:pt x="1096753" y="335914"/>
                    <a:pt x="1093330" y="337332"/>
                    <a:pt x="1089762" y="337332"/>
                  </a:cubicBezTo>
                  <a:lnTo>
                    <a:pt x="13456" y="337332"/>
                  </a:lnTo>
                  <a:cubicBezTo>
                    <a:pt x="9888" y="337332"/>
                    <a:pt x="6465" y="335914"/>
                    <a:pt x="3941" y="333390"/>
                  </a:cubicBezTo>
                  <a:cubicBezTo>
                    <a:pt x="1418" y="330867"/>
                    <a:pt x="0" y="327444"/>
                    <a:pt x="0" y="323875"/>
                  </a:cubicBezTo>
                  <a:lnTo>
                    <a:pt x="0" y="13456"/>
                  </a:lnTo>
                  <a:cubicBezTo>
                    <a:pt x="0" y="9888"/>
                    <a:pt x="1418" y="6465"/>
                    <a:pt x="3941" y="3941"/>
                  </a:cubicBezTo>
                  <a:cubicBezTo>
                    <a:pt x="6465" y="1418"/>
                    <a:pt x="9888" y="0"/>
                    <a:pt x="13456" y="0"/>
                  </a:cubicBezTo>
                  <a:close/>
                </a:path>
              </a:pathLst>
            </a:custGeom>
            <a:solidFill>
              <a:srgbClr val="5B59A2"/>
            </a:solidFill>
          </p:spPr>
        </p:sp>
        <p:sp>
          <p:nvSpPr>
            <p:cNvPr name="TextBox 10" id="10"/>
            <p:cNvSpPr txBox="true"/>
            <p:nvPr/>
          </p:nvSpPr>
          <p:spPr>
            <a:xfrm>
              <a:off x="0" y="-28575"/>
              <a:ext cx="1103218" cy="365907"/>
            </a:xfrm>
            <a:prstGeom prst="rect">
              <a:avLst/>
            </a:prstGeom>
          </p:spPr>
          <p:txBody>
            <a:bodyPr anchor="ctr" rtlCol="false" tIns="56965" lIns="56965" bIns="56965" rIns="56965"/>
            <a:lstStyle/>
            <a:p>
              <a:pPr algn="ctr" marL="0" indent="0" lvl="0">
                <a:lnSpc>
                  <a:spcPts val="1960"/>
                </a:lnSpc>
                <a:spcBef>
                  <a:spcPct val="0"/>
                </a:spcBef>
              </a:pPr>
            </a:p>
          </p:txBody>
        </p:sp>
      </p:grpSp>
      <p:grpSp>
        <p:nvGrpSpPr>
          <p:cNvPr name="Group 11" id="11"/>
          <p:cNvGrpSpPr/>
          <p:nvPr/>
        </p:nvGrpSpPr>
        <p:grpSpPr>
          <a:xfrm rot="0">
            <a:off x="2404798" y="8185676"/>
            <a:ext cx="667761" cy="200051"/>
            <a:chOff x="0" y="0"/>
            <a:chExt cx="861991" cy="258239"/>
          </a:xfrm>
        </p:grpSpPr>
        <p:sp>
          <p:nvSpPr>
            <p:cNvPr name="Freeform 12" id="12"/>
            <p:cNvSpPr/>
            <p:nvPr/>
          </p:nvSpPr>
          <p:spPr>
            <a:xfrm flipH="false" flipV="false" rot="0">
              <a:off x="0" y="0"/>
              <a:ext cx="861991" cy="258239"/>
            </a:xfrm>
            <a:custGeom>
              <a:avLst/>
              <a:gdLst/>
              <a:ahLst/>
              <a:cxnLst/>
              <a:rect r="r" b="b" t="t" l="l"/>
              <a:pathLst>
                <a:path h="258239" w="861991">
                  <a:moveTo>
                    <a:pt x="203200" y="258239"/>
                  </a:moveTo>
                  <a:lnTo>
                    <a:pt x="658791" y="258239"/>
                  </a:lnTo>
                  <a:lnTo>
                    <a:pt x="861991" y="0"/>
                  </a:lnTo>
                  <a:lnTo>
                    <a:pt x="0" y="0"/>
                  </a:lnTo>
                  <a:lnTo>
                    <a:pt x="203200" y="258239"/>
                  </a:lnTo>
                  <a:close/>
                </a:path>
              </a:pathLst>
            </a:custGeom>
            <a:solidFill>
              <a:srgbClr val="5B59A2"/>
            </a:solidFill>
          </p:spPr>
        </p:sp>
        <p:sp>
          <p:nvSpPr>
            <p:cNvPr name="TextBox 13" id="13"/>
            <p:cNvSpPr txBox="true"/>
            <p:nvPr/>
          </p:nvSpPr>
          <p:spPr>
            <a:xfrm>
              <a:off x="127000" y="-28575"/>
              <a:ext cx="607991" cy="286814"/>
            </a:xfrm>
            <a:prstGeom prst="rect">
              <a:avLst/>
            </a:prstGeom>
          </p:spPr>
          <p:txBody>
            <a:bodyPr anchor="ctr" rtlCol="false" tIns="56965" lIns="56965" bIns="56965" rIns="56965"/>
            <a:lstStyle/>
            <a:p>
              <a:pPr algn="ctr" marL="0" indent="0" lvl="0">
                <a:lnSpc>
                  <a:spcPts val="1960"/>
                </a:lnSpc>
              </a:pPr>
            </a:p>
          </p:txBody>
        </p:sp>
      </p:grpSp>
      <p:grpSp>
        <p:nvGrpSpPr>
          <p:cNvPr name="Group 14" id="14"/>
          <p:cNvGrpSpPr/>
          <p:nvPr/>
        </p:nvGrpSpPr>
        <p:grpSpPr>
          <a:xfrm rot="0">
            <a:off x="2404798" y="7172115"/>
            <a:ext cx="667761" cy="200051"/>
            <a:chOff x="0" y="0"/>
            <a:chExt cx="861991" cy="258239"/>
          </a:xfrm>
        </p:grpSpPr>
        <p:sp>
          <p:nvSpPr>
            <p:cNvPr name="Freeform 15" id="15"/>
            <p:cNvSpPr/>
            <p:nvPr/>
          </p:nvSpPr>
          <p:spPr>
            <a:xfrm flipH="false" flipV="false" rot="0">
              <a:off x="0" y="0"/>
              <a:ext cx="861991" cy="258239"/>
            </a:xfrm>
            <a:custGeom>
              <a:avLst/>
              <a:gdLst/>
              <a:ahLst/>
              <a:cxnLst/>
              <a:rect r="r" b="b" t="t" l="l"/>
              <a:pathLst>
                <a:path h="258239" w="861991">
                  <a:moveTo>
                    <a:pt x="203200" y="258239"/>
                  </a:moveTo>
                  <a:lnTo>
                    <a:pt x="658791" y="258239"/>
                  </a:lnTo>
                  <a:lnTo>
                    <a:pt x="861991" y="0"/>
                  </a:lnTo>
                  <a:lnTo>
                    <a:pt x="0" y="0"/>
                  </a:lnTo>
                  <a:lnTo>
                    <a:pt x="203200" y="258239"/>
                  </a:lnTo>
                  <a:close/>
                </a:path>
              </a:pathLst>
            </a:custGeom>
            <a:solidFill>
              <a:srgbClr val="FFFFFF"/>
            </a:solidFill>
          </p:spPr>
        </p:sp>
        <p:sp>
          <p:nvSpPr>
            <p:cNvPr name="TextBox 16" id="16"/>
            <p:cNvSpPr txBox="true"/>
            <p:nvPr/>
          </p:nvSpPr>
          <p:spPr>
            <a:xfrm>
              <a:off x="127000" y="-28575"/>
              <a:ext cx="607991" cy="286814"/>
            </a:xfrm>
            <a:prstGeom prst="rect">
              <a:avLst/>
            </a:prstGeom>
          </p:spPr>
          <p:txBody>
            <a:bodyPr anchor="ctr" rtlCol="false" tIns="56965" lIns="56965" bIns="56965" rIns="56965"/>
            <a:lstStyle/>
            <a:p>
              <a:pPr algn="ctr" marL="0" indent="0" lvl="0">
                <a:lnSpc>
                  <a:spcPts val="1960"/>
                </a:lnSpc>
              </a:pPr>
            </a:p>
          </p:txBody>
        </p:sp>
      </p:grpSp>
      <p:grpSp>
        <p:nvGrpSpPr>
          <p:cNvPr name="Group 17" id="17"/>
          <p:cNvGrpSpPr/>
          <p:nvPr/>
        </p:nvGrpSpPr>
        <p:grpSpPr>
          <a:xfrm rot="0">
            <a:off x="2206819" y="6053674"/>
            <a:ext cx="3129509" cy="1213611"/>
            <a:chOff x="0" y="0"/>
            <a:chExt cx="4172678" cy="1618149"/>
          </a:xfrm>
        </p:grpSpPr>
        <p:grpSp>
          <p:nvGrpSpPr>
            <p:cNvPr name="Group 18" id="18"/>
            <p:cNvGrpSpPr/>
            <p:nvPr/>
          </p:nvGrpSpPr>
          <p:grpSpPr>
            <a:xfrm rot="0">
              <a:off x="0" y="0"/>
              <a:ext cx="4172678" cy="1407354"/>
              <a:chOff x="0" y="0"/>
              <a:chExt cx="1000158" cy="337332"/>
            </a:xfrm>
          </p:grpSpPr>
          <p:sp>
            <p:nvSpPr>
              <p:cNvPr name="Freeform 19" id="19"/>
              <p:cNvSpPr/>
              <p:nvPr/>
            </p:nvSpPr>
            <p:spPr>
              <a:xfrm flipH="false" flipV="false" rot="0">
                <a:off x="0" y="0"/>
                <a:ext cx="1000158" cy="337332"/>
              </a:xfrm>
              <a:custGeom>
                <a:avLst/>
                <a:gdLst/>
                <a:ahLst/>
                <a:cxnLst/>
                <a:rect r="r" b="b" t="t" l="l"/>
                <a:pathLst>
                  <a:path h="337332" w="1000158">
                    <a:moveTo>
                      <a:pt x="14843" y="0"/>
                    </a:moveTo>
                    <a:lnTo>
                      <a:pt x="985315" y="0"/>
                    </a:lnTo>
                    <a:cubicBezTo>
                      <a:pt x="989252" y="0"/>
                      <a:pt x="993027" y="1564"/>
                      <a:pt x="995811" y="4347"/>
                    </a:cubicBezTo>
                    <a:cubicBezTo>
                      <a:pt x="998595" y="7131"/>
                      <a:pt x="1000158" y="10906"/>
                      <a:pt x="1000158" y="14843"/>
                    </a:cubicBezTo>
                    <a:lnTo>
                      <a:pt x="1000158" y="322489"/>
                    </a:lnTo>
                    <a:cubicBezTo>
                      <a:pt x="1000158" y="326425"/>
                      <a:pt x="998595" y="330201"/>
                      <a:pt x="995811" y="332984"/>
                    </a:cubicBezTo>
                    <a:cubicBezTo>
                      <a:pt x="993027" y="335768"/>
                      <a:pt x="989252" y="337332"/>
                      <a:pt x="985315" y="337332"/>
                    </a:cubicBezTo>
                    <a:lnTo>
                      <a:pt x="14843" y="337332"/>
                    </a:lnTo>
                    <a:cubicBezTo>
                      <a:pt x="10906" y="337332"/>
                      <a:pt x="7131" y="335768"/>
                      <a:pt x="4347" y="332984"/>
                    </a:cubicBezTo>
                    <a:cubicBezTo>
                      <a:pt x="1564" y="330201"/>
                      <a:pt x="0" y="326425"/>
                      <a:pt x="0" y="322489"/>
                    </a:cubicBezTo>
                    <a:lnTo>
                      <a:pt x="0" y="14843"/>
                    </a:lnTo>
                    <a:cubicBezTo>
                      <a:pt x="0" y="10906"/>
                      <a:pt x="1564" y="7131"/>
                      <a:pt x="4347" y="4347"/>
                    </a:cubicBezTo>
                    <a:cubicBezTo>
                      <a:pt x="7131" y="1564"/>
                      <a:pt x="10906" y="0"/>
                      <a:pt x="14843" y="0"/>
                    </a:cubicBezTo>
                    <a:close/>
                  </a:path>
                </a:pathLst>
              </a:custGeom>
              <a:solidFill>
                <a:srgbClr val="E71D64"/>
              </a:solidFill>
            </p:spPr>
          </p:sp>
          <p:sp>
            <p:nvSpPr>
              <p:cNvPr name="TextBox 20" id="20"/>
              <p:cNvSpPr txBox="true"/>
              <p:nvPr/>
            </p:nvSpPr>
            <p:spPr>
              <a:xfrm>
                <a:off x="0" y="-28575"/>
                <a:ext cx="1000158" cy="365907"/>
              </a:xfrm>
              <a:prstGeom prst="rect">
                <a:avLst/>
              </a:prstGeom>
            </p:spPr>
            <p:txBody>
              <a:bodyPr anchor="ctr" rtlCol="false" tIns="56965" lIns="56965" bIns="56965" rIns="56965"/>
              <a:lstStyle/>
              <a:p>
                <a:pPr algn="ctr" marL="0" indent="0" lvl="0">
                  <a:lnSpc>
                    <a:spcPts val="1960"/>
                  </a:lnSpc>
                  <a:spcBef>
                    <a:spcPct val="0"/>
                  </a:spcBef>
                </a:pPr>
              </a:p>
            </p:txBody>
          </p:sp>
        </p:grpSp>
        <p:grpSp>
          <p:nvGrpSpPr>
            <p:cNvPr name="Group 21" id="21"/>
            <p:cNvGrpSpPr/>
            <p:nvPr/>
          </p:nvGrpSpPr>
          <p:grpSpPr>
            <a:xfrm rot="0">
              <a:off x="263972" y="1351414"/>
              <a:ext cx="890348" cy="266734"/>
              <a:chOff x="0" y="0"/>
              <a:chExt cx="861991" cy="258239"/>
            </a:xfrm>
          </p:grpSpPr>
          <p:sp>
            <p:nvSpPr>
              <p:cNvPr name="Freeform 22" id="22"/>
              <p:cNvSpPr/>
              <p:nvPr/>
            </p:nvSpPr>
            <p:spPr>
              <a:xfrm flipH="false" flipV="false" rot="0">
                <a:off x="0" y="0"/>
                <a:ext cx="861991" cy="258239"/>
              </a:xfrm>
              <a:custGeom>
                <a:avLst/>
                <a:gdLst/>
                <a:ahLst/>
                <a:cxnLst/>
                <a:rect r="r" b="b" t="t" l="l"/>
                <a:pathLst>
                  <a:path h="258239" w="861991">
                    <a:moveTo>
                      <a:pt x="203200" y="258239"/>
                    </a:moveTo>
                    <a:lnTo>
                      <a:pt x="658791" y="258239"/>
                    </a:lnTo>
                    <a:lnTo>
                      <a:pt x="861991" y="0"/>
                    </a:lnTo>
                    <a:lnTo>
                      <a:pt x="0" y="0"/>
                    </a:lnTo>
                    <a:lnTo>
                      <a:pt x="203200" y="258239"/>
                    </a:lnTo>
                    <a:close/>
                  </a:path>
                </a:pathLst>
              </a:custGeom>
              <a:solidFill>
                <a:srgbClr val="E71D64"/>
              </a:solidFill>
            </p:spPr>
          </p:sp>
          <p:sp>
            <p:nvSpPr>
              <p:cNvPr name="TextBox 23" id="23"/>
              <p:cNvSpPr txBox="true"/>
              <p:nvPr/>
            </p:nvSpPr>
            <p:spPr>
              <a:xfrm>
                <a:off x="127000" y="-28575"/>
                <a:ext cx="607991" cy="286814"/>
              </a:xfrm>
              <a:prstGeom prst="rect">
                <a:avLst/>
              </a:prstGeom>
            </p:spPr>
            <p:txBody>
              <a:bodyPr anchor="ctr" rtlCol="false" tIns="56965" lIns="56965" bIns="56965" rIns="56965"/>
              <a:lstStyle/>
              <a:p>
                <a:pPr algn="ctr" marL="0" indent="0" lvl="0">
                  <a:lnSpc>
                    <a:spcPts val="1960"/>
                  </a:lnSpc>
                </a:pPr>
              </a:p>
            </p:txBody>
          </p:sp>
        </p:grpSp>
        <p:grpSp>
          <p:nvGrpSpPr>
            <p:cNvPr name="Group 24" id="24"/>
            <p:cNvGrpSpPr/>
            <p:nvPr/>
          </p:nvGrpSpPr>
          <p:grpSpPr>
            <a:xfrm rot="0">
              <a:off x="263972" y="0"/>
              <a:ext cx="890348" cy="266734"/>
              <a:chOff x="0" y="0"/>
              <a:chExt cx="861991" cy="258239"/>
            </a:xfrm>
          </p:grpSpPr>
          <p:sp>
            <p:nvSpPr>
              <p:cNvPr name="Freeform 25" id="25"/>
              <p:cNvSpPr/>
              <p:nvPr/>
            </p:nvSpPr>
            <p:spPr>
              <a:xfrm flipH="false" flipV="false" rot="0">
                <a:off x="0" y="0"/>
                <a:ext cx="861991" cy="258239"/>
              </a:xfrm>
              <a:custGeom>
                <a:avLst/>
                <a:gdLst/>
                <a:ahLst/>
                <a:cxnLst/>
                <a:rect r="r" b="b" t="t" l="l"/>
                <a:pathLst>
                  <a:path h="258239" w="861991">
                    <a:moveTo>
                      <a:pt x="203200" y="258239"/>
                    </a:moveTo>
                    <a:lnTo>
                      <a:pt x="658791" y="258239"/>
                    </a:lnTo>
                    <a:lnTo>
                      <a:pt x="861991" y="0"/>
                    </a:lnTo>
                    <a:lnTo>
                      <a:pt x="0" y="0"/>
                    </a:lnTo>
                    <a:lnTo>
                      <a:pt x="203200" y="258239"/>
                    </a:lnTo>
                    <a:close/>
                  </a:path>
                </a:pathLst>
              </a:custGeom>
              <a:solidFill>
                <a:srgbClr val="FFFFFF"/>
              </a:solidFill>
            </p:spPr>
          </p:sp>
          <p:sp>
            <p:nvSpPr>
              <p:cNvPr name="TextBox 26" id="26"/>
              <p:cNvSpPr txBox="true"/>
              <p:nvPr/>
            </p:nvSpPr>
            <p:spPr>
              <a:xfrm>
                <a:off x="127000" y="-28575"/>
                <a:ext cx="607991" cy="286814"/>
              </a:xfrm>
              <a:prstGeom prst="rect">
                <a:avLst/>
              </a:prstGeom>
            </p:spPr>
            <p:txBody>
              <a:bodyPr anchor="ctr" rtlCol="false" tIns="56965" lIns="56965" bIns="56965" rIns="56965"/>
              <a:lstStyle/>
              <a:p>
                <a:pPr algn="ctr" marL="0" indent="0" lvl="0">
                  <a:lnSpc>
                    <a:spcPts val="1960"/>
                  </a:lnSpc>
                </a:pPr>
              </a:p>
            </p:txBody>
          </p:sp>
        </p:grpSp>
      </p:grpSp>
      <p:grpSp>
        <p:nvGrpSpPr>
          <p:cNvPr name="Group 27" id="27"/>
          <p:cNvGrpSpPr/>
          <p:nvPr/>
        </p:nvGrpSpPr>
        <p:grpSpPr>
          <a:xfrm rot="0">
            <a:off x="2206819" y="4824215"/>
            <a:ext cx="2871641" cy="1312896"/>
            <a:chOff x="0" y="0"/>
            <a:chExt cx="3828855" cy="1750528"/>
          </a:xfrm>
        </p:grpSpPr>
        <p:grpSp>
          <p:nvGrpSpPr>
            <p:cNvPr name="Group 28" id="28"/>
            <p:cNvGrpSpPr/>
            <p:nvPr/>
          </p:nvGrpSpPr>
          <p:grpSpPr>
            <a:xfrm rot="0">
              <a:off x="0" y="400941"/>
              <a:ext cx="3828855" cy="1138793"/>
              <a:chOff x="0" y="0"/>
              <a:chExt cx="917747" cy="272960"/>
            </a:xfrm>
          </p:grpSpPr>
          <p:sp>
            <p:nvSpPr>
              <p:cNvPr name="Freeform 29" id="29"/>
              <p:cNvSpPr/>
              <p:nvPr/>
            </p:nvSpPr>
            <p:spPr>
              <a:xfrm flipH="false" flipV="false" rot="0">
                <a:off x="0" y="0"/>
                <a:ext cx="917747" cy="272960"/>
              </a:xfrm>
              <a:custGeom>
                <a:avLst/>
                <a:gdLst/>
                <a:ahLst/>
                <a:cxnLst/>
                <a:rect r="r" b="b" t="t" l="l"/>
                <a:pathLst>
                  <a:path h="272960" w="917747">
                    <a:moveTo>
                      <a:pt x="18139" y="0"/>
                    </a:moveTo>
                    <a:lnTo>
                      <a:pt x="899607" y="0"/>
                    </a:lnTo>
                    <a:cubicBezTo>
                      <a:pt x="909625" y="0"/>
                      <a:pt x="917747" y="8121"/>
                      <a:pt x="917747" y="18139"/>
                    </a:cubicBezTo>
                    <a:lnTo>
                      <a:pt x="917747" y="254821"/>
                    </a:lnTo>
                    <a:cubicBezTo>
                      <a:pt x="917747" y="264839"/>
                      <a:pt x="909625" y="272960"/>
                      <a:pt x="899607" y="272960"/>
                    </a:cubicBezTo>
                    <a:lnTo>
                      <a:pt x="18139" y="272960"/>
                    </a:lnTo>
                    <a:cubicBezTo>
                      <a:pt x="8121" y="272960"/>
                      <a:pt x="0" y="264839"/>
                      <a:pt x="0" y="254821"/>
                    </a:cubicBezTo>
                    <a:lnTo>
                      <a:pt x="0" y="18139"/>
                    </a:lnTo>
                    <a:cubicBezTo>
                      <a:pt x="0" y="8121"/>
                      <a:pt x="8121" y="0"/>
                      <a:pt x="18139" y="0"/>
                    </a:cubicBezTo>
                    <a:close/>
                  </a:path>
                </a:pathLst>
              </a:custGeom>
              <a:solidFill>
                <a:srgbClr val="FFBF00"/>
              </a:solidFill>
            </p:spPr>
          </p:sp>
          <p:sp>
            <p:nvSpPr>
              <p:cNvPr name="TextBox 30" id="30"/>
              <p:cNvSpPr txBox="true"/>
              <p:nvPr/>
            </p:nvSpPr>
            <p:spPr>
              <a:xfrm>
                <a:off x="0" y="-28575"/>
                <a:ext cx="917747" cy="301535"/>
              </a:xfrm>
              <a:prstGeom prst="rect">
                <a:avLst/>
              </a:prstGeom>
            </p:spPr>
            <p:txBody>
              <a:bodyPr anchor="ctr" rtlCol="false" tIns="50800" lIns="50800" bIns="50800" rIns="50800"/>
              <a:lstStyle/>
              <a:p>
                <a:pPr algn="ctr" marL="0" indent="0" lvl="0">
                  <a:lnSpc>
                    <a:spcPts val="1960"/>
                  </a:lnSpc>
                  <a:spcBef>
                    <a:spcPct val="0"/>
                  </a:spcBef>
                </a:pPr>
              </a:p>
            </p:txBody>
          </p:sp>
        </p:grpSp>
        <p:grpSp>
          <p:nvGrpSpPr>
            <p:cNvPr name="Group 31" id="31"/>
            <p:cNvGrpSpPr/>
            <p:nvPr/>
          </p:nvGrpSpPr>
          <p:grpSpPr>
            <a:xfrm rot="0">
              <a:off x="263972" y="1483794"/>
              <a:ext cx="890348" cy="266734"/>
              <a:chOff x="0" y="0"/>
              <a:chExt cx="861991" cy="258239"/>
            </a:xfrm>
          </p:grpSpPr>
          <p:sp>
            <p:nvSpPr>
              <p:cNvPr name="Freeform 32" id="32"/>
              <p:cNvSpPr/>
              <p:nvPr/>
            </p:nvSpPr>
            <p:spPr>
              <a:xfrm flipH="false" flipV="false" rot="0">
                <a:off x="0" y="0"/>
                <a:ext cx="861991" cy="258239"/>
              </a:xfrm>
              <a:custGeom>
                <a:avLst/>
                <a:gdLst/>
                <a:ahLst/>
                <a:cxnLst/>
                <a:rect r="r" b="b" t="t" l="l"/>
                <a:pathLst>
                  <a:path h="258239" w="861991">
                    <a:moveTo>
                      <a:pt x="203200" y="258239"/>
                    </a:moveTo>
                    <a:lnTo>
                      <a:pt x="658791" y="258239"/>
                    </a:lnTo>
                    <a:lnTo>
                      <a:pt x="861991" y="0"/>
                    </a:lnTo>
                    <a:lnTo>
                      <a:pt x="0" y="0"/>
                    </a:lnTo>
                    <a:lnTo>
                      <a:pt x="203200" y="258239"/>
                    </a:lnTo>
                    <a:close/>
                  </a:path>
                </a:pathLst>
              </a:custGeom>
              <a:solidFill>
                <a:srgbClr val="FFBF00"/>
              </a:solidFill>
            </p:spPr>
          </p:sp>
          <p:sp>
            <p:nvSpPr>
              <p:cNvPr name="TextBox 33" id="33"/>
              <p:cNvSpPr txBox="true"/>
              <p:nvPr/>
            </p:nvSpPr>
            <p:spPr>
              <a:xfrm>
                <a:off x="127000" y="-28575"/>
                <a:ext cx="607991" cy="286814"/>
              </a:xfrm>
              <a:prstGeom prst="rect">
                <a:avLst/>
              </a:prstGeom>
            </p:spPr>
            <p:txBody>
              <a:bodyPr anchor="ctr" rtlCol="false" tIns="50800" lIns="50800" bIns="50800" rIns="50800"/>
              <a:lstStyle/>
              <a:p>
                <a:pPr algn="ctr" marL="0" indent="0" lvl="0">
                  <a:lnSpc>
                    <a:spcPts val="1960"/>
                  </a:lnSpc>
                </a:pPr>
              </a:p>
            </p:txBody>
          </p:sp>
        </p:grpSp>
        <p:grpSp>
          <p:nvGrpSpPr>
            <p:cNvPr name="Group 34" id="34"/>
            <p:cNvGrpSpPr/>
            <p:nvPr/>
          </p:nvGrpSpPr>
          <p:grpSpPr>
            <a:xfrm rot="0">
              <a:off x="0" y="0"/>
              <a:ext cx="2276414" cy="466267"/>
              <a:chOff x="0" y="0"/>
              <a:chExt cx="434806" cy="89059"/>
            </a:xfrm>
          </p:grpSpPr>
          <p:sp>
            <p:nvSpPr>
              <p:cNvPr name="Freeform 35" id="35"/>
              <p:cNvSpPr/>
              <p:nvPr/>
            </p:nvSpPr>
            <p:spPr>
              <a:xfrm flipH="false" flipV="false" rot="0">
                <a:off x="0" y="0"/>
                <a:ext cx="434806" cy="89059"/>
              </a:xfrm>
              <a:custGeom>
                <a:avLst/>
                <a:gdLst/>
                <a:ahLst/>
                <a:cxnLst/>
                <a:rect r="r" b="b" t="t" l="l"/>
                <a:pathLst>
                  <a:path h="89059" w="434806">
                    <a:moveTo>
                      <a:pt x="434806" y="89059"/>
                    </a:moveTo>
                    <a:cubicBezTo>
                      <a:pt x="434806" y="40550"/>
                      <a:pt x="335819" y="0"/>
                      <a:pt x="217403" y="0"/>
                    </a:cubicBezTo>
                    <a:cubicBezTo>
                      <a:pt x="98987" y="0"/>
                      <a:pt x="0" y="40550"/>
                      <a:pt x="0" y="89059"/>
                    </a:cubicBezTo>
                    <a:lnTo>
                      <a:pt x="434806" y="89059"/>
                    </a:lnTo>
                    <a:close/>
                  </a:path>
                </a:pathLst>
              </a:custGeom>
              <a:solidFill>
                <a:srgbClr val="FFBF00"/>
              </a:solidFill>
            </p:spPr>
          </p:sp>
          <p:sp>
            <p:nvSpPr>
              <p:cNvPr name="TextBox 36" id="36"/>
              <p:cNvSpPr txBox="true"/>
              <p:nvPr/>
            </p:nvSpPr>
            <p:spPr>
              <a:xfrm>
                <a:off x="102307" y="-14874"/>
                <a:ext cx="230191" cy="103933"/>
              </a:xfrm>
              <a:prstGeom prst="rect">
                <a:avLst/>
              </a:prstGeom>
            </p:spPr>
            <p:txBody>
              <a:bodyPr anchor="ctr" rtlCol="false" tIns="50800" lIns="50800" bIns="50800" rIns="50800"/>
              <a:lstStyle/>
              <a:p>
                <a:pPr algn="ctr" marL="0" indent="0" lvl="0">
                  <a:lnSpc>
                    <a:spcPts val="1960"/>
                  </a:lnSpc>
                </a:pPr>
              </a:p>
            </p:txBody>
          </p:sp>
        </p:grpSp>
      </p:grpSp>
      <p:grpSp>
        <p:nvGrpSpPr>
          <p:cNvPr name="Group 37" id="37"/>
          <p:cNvGrpSpPr/>
          <p:nvPr/>
        </p:nvGrpSpPr>
        <p:grpSpPr>
          <a:xfrm rot="0">
            <a:off x="8000738" y="5310650"/>
            <a:ext cx="8169252" cy="2699659"/>
            <a:chOff x="0" y="0"/>
            <a:chExt cx="2151572" cy="711021"/>
          </a:xfrm>
        </p:grpSpPr>
        <p:sp>
          <p:nvSpPr>
            <p:cNvPr name="Freeform 38" id="38"/>
            <p:cNvSpPr/>
            <p:nvPr/>
          </p:nvSpPr>
          <p:spPr>
            <a:xfrm flipH="false" flipV="false" rot="0">
              <a:off x="0" y="0"/>
              <a:ext cx="2151573" cy="711021"/>
            </a:xfrm>
            <a:custGeom>
              <a:avLst/>
              <a:gdLst/>
              <a:ahLst/>
              <a:cxnLst/>
              <a:rect r="r" b="b" t="t" l="l"/>
              <a:pathLst>
                <a:path h="711021" w="2151573">
                  <a:moveTo>
                    <a:pt x="18954" y="0"/>
                  </a:moveTo>
                  <a:lnTo>
                    <a:pt x="2132619" y="0"/>
                  </a:lnTo>
                  <a:cubicBezTo>
                    <a:pt x="2143087" y="0"/>
                    <a:pt x="2151573" y="8486"/>
                    <a:pt x="2151573" y="18954"/>
                  </a:cubicBezTo>
                  <a:lnTo>
                    <a:pt x="2151573" y="692068"/>
                  </a:lnTo>
                  <a:cubicBezTo>
                    <a:pt x="2151573" y="702536"/>
                    <a:pt x="2143087" y="711021"/>
                    <a:pt x="2132619" y="711021"/>
                  </a:cubicBezTo>
                  <a:lnTo>
                    <a:pt x="18954" y="711021"/>
                  </a:lnTo>
                  <a:cubicBezTo>
                    <a:pt x="8486" y="711021"/>
                    <a:pt x="0" y="702536"/>
                    <a:pt x="0" y="692068"/>
                  </a:cubicBezTo>
                  <a:lnTo>
                    <a:pt x="0" y="18954"/>
                  </a:lnTo>
                  <a:cubicBezTo>
                    <a:pt x="0" y="8486"/>
                    <a:pt x="8486" y="0"/>
                    <a:pt x="18954" y="0"/>
                  </a:cubicBezTo>
                  <a:close/>
                </a:path>
              </a:pathLst>
            </a:custGeom>
            <a:solidFill>
              <a:srgbClr val="E6E6F1"/>
            </a:solidFill>
          </p:spPr>
        </p:sp>
        <p:sp>
          <p:nvSpPr>
            <p:cNvPr name="TextBox 39" id="39"/>
            <p:cNvSpPr txBox="true"/>
            <p:nvPr/>
          </p:nvSpPr>
          <p:spPr>
            <a:xfrm>
              <a:off x="0" y="-38100"/>
              <a:ext cx="2151572" cy="749121"/>
            </a:xfrm>
            <a:prstGeom prst="rect">
              <a:avLst/>
            </a:prstGeom>
          </p:spPr>
          <p:txBody>
            <a:bodyPr anchor="ctr" rtlCol="false" tIns="50800" lIns="50800" bIns="50800" rIns="50800"/>
            <a:lstStyle/>
            <a:p>
              <a:pPr algn="ctr" marL="0" indent="0" lvl="0">
                <a:lnSpc>
                  <a:spcPts val="2659"/>
                </a:lnSpc>
              </a:pPr>
            </a:p>
          </p:txBody>
        </p:sp>
      </p:grpSp>
      <p:sp>
        <p:nvSpPr>
          <p:cNvPr name="AutoShape 40" id="40"/>
          <p:cNvSpPr/>
          <p:nvPr/>
        </p:nvSpPr>
        <p:spPr>
          <a:xfrm>
            <a:off x="7984871" y="1581027"/>
            <a:ext cx="0" cy="1461135"/>
          </a:xfrm>
          <a:prstGeom prst="line">
            <a:avLst/>
          </a:prstGeom>
          <a:ln cap="flat" w="38100">
            <a:solidFill>
              <a:srgbClr val="5B59A2"/>
            </a:solidFill>
            <a:prstDash val="solid"/>
            <a:headEnd type="none" len="sm" w="sm"/>
            <a:tailEnd type="none" len="sm" w="sm"/>
          </a:ln>
        </p:spPr>
      </p:sp>
      <p:grpSp>
        <p:nvGrpSpPr>
          <p:cNvPr name="Group 41" id="41"/>
          <p:cNvGrpSpPr/>
          <p:nvPr/>
        </p:nvGrpSpPr>
        <p:grpSpPr>
          <a:xfrm rot="0">
            <a:off x="2404798" y="7470177"/>
            <a:ext cx="1508336" cy="617487"/>
            <a:chOff x="0" y="0"/>
            <a:chExt cx="482048" cy="197342"/>
          </a:xfrm>
        </p:grpSpPr>
        <p:sp>
          <p:nvSpPr>
            <p:cNvPr name="Freeform 42" id="42"/>
            <p:cNvSpPr/>
            <p:nvPr/>
          </p:nvSpPr>
          <p:spPr>
            <a:xfrm flipH="false" flipV="false" rot="0">
              <a:off x="0" y="0"/>
              <a:ext cx="482048" cy="197342"/>
            </a:xfrm>
            <a:custGeom>
              <a:avLst/>
              <a:gdLst/>
              <a:ahLst/>
              <a:cxnLst/>
              <a:rect r="r" b="b" t="t" l="l"/>
              <a:pathLst>
                <a:path h="197342" w="482048">
                  <a:moveTo>
                    <a:pt x="30797" y="0"/>
                  </a:moveTo>
                  <a:lnTo>
                    <a:pt x="451252" y="0"/>
                  </a:lnTo>
                  <a:cubicBezTo>
                    <a:pt x="468260" y="0"/>
                    <a:pt x="482048" y="13788"/>
                    <a:pt x="482048" y="30797"/>
                  </a:cubicBezTo>
                  <a:lnTo>
                    <a:pt x="482048" y="166546"/>
                  </a:lnTo>
                  <a:cubicBezTo>
                    <a:pt x="482048" y="183554"/>
                    <a:pt x="468260" y="197342"/>
                    <a:pt x="451252" y="197342"/>
                  </a:cubicBezTo>
                  <a:lnTo>
                    <a:pt x="30797" y="197342"/>
                  </a:lnTo>
                  <a:cubicBezTo>
                    <a:pt x="22629" y="197342"/>
                    <a:pt x="14796" y="194098"/>
                    <a:pt x="9020" y="188322"/>
                  </a:cubicBezTo>
                  <a:cubicBezTo>
                    <a:pt x="3245" y="182547"/>
                    <a:pt x="0" y="174714"/>
                    <a:pt x="0" y="166546"/>
                  </a:cubicBezTo>
                  <a:lnTo>
                    <a:pt x="0" y="30797"/>
                  </a:lnTo>
                  <a:cubicBezTo>
                    <a:pt x="0" y="13788"/>
                    <a:pt x="13788" y="0"/>
                    <a:pt x="30797" y="0"/>
                  </a:cubicBezTo>
                  <a:close/>
                </a:path>
              </a:pathLst>
            </a:custGeom>
            <a:ln w="19050" cap="sq">
              <a:solidFill>
                <a:srgbClr val="484783"/>
              </a:solidFill>
              <a:prstDash val="solid"/>
              <a:miter/>
            </a:ln>
          </p:spPr>
        </p:sp>
        <p:sp>
          <p:nvSpPr>
            <p:cNvPr name="TextBox 43" id="43"/>
            <p:cNvSpPr txBox="true"/>
            <p:nvPr/>
          </p:nvSpPr>
          <p:spPr>
            <a:xfrm>
              <a:off x="0" y="-28575"/>
              <a:ext cx="482048" cy="225917"/>
            </a:xfrm>
            <a:prstGeom prst="rect">
              <a:avLst/>
            </a:prstGeom>
          </p:spPr>
          <p:txBody>
            <a:bodyPr anchor="ctr" rtlCol="false" tIns="56965" lIns="56965" bIns="56965" rIns="56965"/>
            <a:lstStyle/>
            <a:p>
              <a:pPr algn="ctr" marL="0" indent="0" lvl="0">
                <a:lnSpc>
                  <a:spcPts val="1960"/>
                </a:lnSpc>
                <a:spcBef>
                  <a:spcPct val="0"/>
                </a:spcBef>
              </a:pPr>
            </a:p>
          </p:txBody>
        </p:sp>
      </p:grpSp>
      <p:grpSp>
        <p:nvGrpSpPr>
          <p:cNvPr name="Group 44" id="44"/>
          <p:cNvGrpSpPr/>
          <p:nvPr/>
        </p:nvGrpSpPr>
        <p:grpSpPr>
          <a:xfrm rot="0">
            <a:off x="3507082" y="7708590"/>
            <a:ext cx="271114" cy="140662"/>
            <a:chOff x="0" y="0"/>
            <a:chExt cx="100881" cy="52340"/>
          </a:xfrm>
        </p:grpSpPr>
        <p:sp>
          <p:nvSpPr>
            <p:cNvPr name="Freeform 45" id="45"/>
            <p:cNvSpPr/>
            <p:nvPr/>
          </p:nvSpPr>
          <p:spPr>
            <a:xfrm flipH="false" flipV="false" rot="0">
              <a:off x="20895" y="0"/>
              <a:ext cx="59091" cy="36891"/>
            </a:xfrm>
            <a:custGeom>
              <a:avLst/>
              <a:gdLst/>
              <a:ahLst/>
              <a:cxnLst/>
              <a:rect r="r" b="b" t="t" l="l"/>
              <a:pathLst>
                <a:path h="36891" w="59091">
                  <a:moveTo>
                    <a:pt x="4325" y="26170"/>
                  </a:moveTo>
                  <a:lnTo>
                    <a:pt x="4325" y="26170"/>
                  </a:lnTo>
                  <a:cubicBezTo>
                    <a:pt x="25" y="21708"/>
                    <a:pt x="-1193" y="15108"/>
                    <a:pt x="1231" y="9406"/>
                  </a:cubicBezTo>
                  <a:cubicBezTo>
                    <a:pt x="3656" y="3703"/>
                    <a:pt x="9253" y="0"/>
                    <a:pt x="15449" y="0"/>
                  </a:cubicBezTo>
                  <a:lnTo>
                    <a:pt x="43641" y="0"/>
                  </a:lnTo>
                  <a:cubicBezTo>
                    <a:pt x="49838" y="0"/>
                    <a:pt x="55435" y="3703"/>
                    <a:pt x="57859" y="9406"/>
                  </a:cubicBezTo>
                  <a:cubicBezTo>
                    <a:pt x="60283" y="15108"/>
                    <a:pt x="59065" y="21708"/>
                    <a:pt x="54765" y="26170"/>
                  </a:cubicBezTo>
                  <a:lnTo>
                    <a:pt x="54765" y="26170"/>
                  </a:lnTo>
                  <a:cubicBezTo>
                    <a:pt x="48164" y="33020"/>
                    <a:pt x="39059" y="36891"/>
                    <a:pt x="29545" y="36891"/>
                  </a:cubicBezTo>
                  <a:cubicBezTo>
                    <a:pt x="20031" y="36891"/>
                    <a:pt x="10927" y="33020"/>
                    <a:pt x="4325" y="26170"/>
                  </a:cubicBezTo>
                  <a:close/>
                </a:path>
              </a:pathLst>
            </a:custGeom>
            <a:solidFill>
              <a:srgbClr val="FFFFFF"/>
            </a:solidFill>
          </p:spPr>
        </p:sp>
        <p:sp>
          <p:nvSpPr>
            <p:cNvPr name="TextBox 46" id="46"/>
            <p:cNvSpPr txBox="true"/>
            <p:nvPr/>
          </p:nvSpPr>
          <p:spPr>
            <a:xfrm>
              <a:off x="31181" y="-38100"/>
              <a:ext cx="38518" cy="70812"/>
            </a:xfrm>
            <a:prstGeom prst="rect">
              <a:avLst/>
            </a:prstGeom>
          </p:spPr>
          <p:txBody>
            <a:bodyPr anchor="ctr" rtlCol="false" tIns="50800" lIns="50800" bIns="50800" rIns="50800"/>
            <a:lstStyle/>
            <a:p>
              <a:pPr algn="ctr" marL="0" indent="0" lvl="0">
                <a:lnSpc>
                  <a:spcPts val="2659"/>
                </a:lnSpc>
              </a:pPr>
            </a:p>
          </p:txBody>
        </p:sp>
      </p:grpSp>
      <p:sp>
        <p:nvSpPr>
          <p:cNvPr name="TextBox 47" id="47"/>
          <p:cNvSpPr txBox="true"/>
          <p:nvPr/>
        </p:nvSpPr>
        <p:spPr>
          <a:xfrm rot="0">
            <a:off x="2389538" y="5354277"/>
            <a:ext cx="2534721" cy="247376"/>
          </a:xfrm>
          <a:prstGeom prst="rect">
            <a:avLst/>
          </a:prstGeom>
        </p:spPr>
        <p:txBody>
          <a:bodyPr anchor="t" rtlCol="false" tIns="0" lIns="0" bIns="0" rIns="0">
            <a:spAutoFit/>
          </a:bodyPr>
          <a:lstStyle/>
          <a:p>
            <a:pPr algn="l" marL="0" indent="0" lvl="0">
              <a:lnSpc>
                <a:spcPts val="2069"/>
              </a:lnSpc>
            </a:pPr>
            <a:r>
              <a:rPr lang="en-US" b="true" sz="1478">
                <a:solidFill>
                  <a:srgbClr val="FFFFFF"/>
                </a:solidFill>
                <a:latin typeface="Open Sauce Bold"/>
                <a:ea typeface="Open Sauce Bold"/>
                <a:cs typeface="Open Sauce Bold"/>
                <a:sym typeface="Open Sauce Bold"/>
              </a:rPr>
              <a:t>VARIABLE</a:t>
            </a:r>
          </a:p>
        </p:txBody>
      </p:sp>
      <p:sp>
        <p:nvSpPr>
          <p:cNvPr name="TextBox 48" id="48"/>
          <p:cNvSpPr txBox="true"/>
          <p:nvPr/>
        </p:nvSpPr>
        <p:spPr>
          <a:xfrm rot="0">
            <a:off x="2396003" y="6403721"/>
            <a:ext cx="2751141" cy="247376"/>
          </a:xfrm>
          <a:prstGeom prst="rect">
            <a:avLst/>
          </a:prstGeom>
        </p:spPr>
        <p:txBody>
          <a:bodyPr anchor="t" rtlCol="false" tIns="0" lIns="0" bIns="0" rIns="0">
            <a:spAutoFit/>
          </a:bodyPr>
          <a:lstStyle/>
          <a:p>
            <a:pPr algn="l" marL="0" indent="0" lvl="0">
              <a:lnSpc>
                <a:spcPts val="2069"/>
              </a:lnSpc>
            </a:pPr>
            <a:r>
              <a:rPr lang="en-US" b="true" sz="1478">
                <a:solidFill>
                  <a:srgbClr val="FFFFFF"/>
                </a:solidFill>
                <a:latin typeface="Open Sauce Bold"/>
                <a:ea typeface="Open Sauce Bold"/>
                <a:cs typeface="Open Sauce Bold"/>
                <a:sym typeface="Open Sauce Bold"/>
              </a:rPr>
              <a:t>var </a:t>
            </a:r>
            <a:r>
              <a:rPr lang="en-US" b="true" sz="1478">
                <a:solidFill>
                  <a:srgbClr val="FFFFFF"/>
                </a:solidFill>
                <a:latin typeface="Open Sauce Bold"/>
                <a:ea typeface="Open Sauce Bold"/>
                <a:cs typeface="Open Sauce Bold"/>
                <a:sym typeface="Open Sauce Bold"/>
              </a:rPr>
              <a:t>age = 18;</a:t>
            </a:r>
          </a:p>
        </p:txBody>
      </p:sp>
      <p:sp>
        <p:nvSpPr>
          <p:cNvPr name="TextBox 49" id="49"/>
          <p:cNvSpPr txBox="true"/>
          <p:nvPr/>
        </p:nvSpPr>
        <p:spPr>
          <a:xfrm rot="0">
            <a:off x="8443131" y="5695025"/>
            <a:ext cx="786240" cy="1544919"/>
          </a:xfrm>
          <a:prstGeom prst="rect">
            <a:avLst/>
          </a:prstGeom>
        </p:spPr>
        <p:txBody>
          <a:bodyPr anchor="t" rtlCol="false" tIns="0" lIns="0" bIns="0" rIns="0">
            <a:spAutoFit/>
          </a:bodyPr>
          <a:lstStyle/>
          <a:p>
            <a:pPr algn="ctr" marL="0" indent="0" lvl="0">
              <a:lnSpc>
                <a:spcPts val="4164"/>
              </a:lnSpc>
            </a:pPr>
            <a:r>
              <a:rPr lang="en-US" sz="1794">
                <a:solidFill>
                  <a:srgbClr val="5B59A2"/>
                </a:solidFill>
                <a:latin typeface="Consolas"/>
                <a:ea typeface="Consolas"/>
                <a:cs typeface="Consolas"/>
                <a:sym typeface="Consolas"/>
              </a:rPr>
              <a:t>1.</a:t>
            </a:r>
          </a:p>
          <a:p>
            <a:pPr algn="ctr" marL="0" indent="0" lvl="0">
              <a:lnSpc>
                <a:spcPts val="4164"/>
              </a:lnSpc>
            </a:pPr>
            <a:r>
              <a:rPr lang="en-US" sz="1794">
                <a:solidFill>
                  <a:srgbClr val="5B59A2"/>
                </a:solidFill>
                <a:latin typeface="Consolas"/>
                <a:ea typeface="Consolas"/>
                <a:cs typeface="Consolas"/>
                <a:sym typeface="Consolas"/>
              </a:rPr>
              <a:t>2.</a:t>
            </a:r>
          </a:p>
          <a:p>
            <a:pPr algn="ctr" marL="0" indent="0" lvl="0">
              <a:lnSpc>
                <a:spcPts val="4164"/>
              </a:lnSpc>
            </a:pPr>
            <a:r>
              <a:rPr lang="en-US" sz="1794">
                <a:solidFill>
                  <a:srgbClr val="5B59A2"/>
                </a:solidFill>
                <a:latin typeface="Consolas"/>
                <a:ea typeface="Consolas"/>
                <a:cs typeface="Consolas"/>
                <a:sym typeface="Consolas"/>
              </a:rPr>
              <a:t>3.</a:t>
            </a:r>
          </a:p>
        </p:txBody>
      </p:sp>
      <p:sp>
        <p:nvSpPr>
          <p:cNvPr name="TextBox 50" id="50"/>
          <p:cNvSpPr txBox="true"/>
          <p:nvPr/>
        </p:nvSpPr>
        <p:spPr>
          <a:xfrm rot="0">
            <a:off x="9524646" y="5695025"/>
            <a:ext cx="6202950" cy="1544919"/>
          </a:xfrm>
          <a:prstGeom prst="rect">
            <a:avLst/>
          </a:prstGeom>
        </p:spPr>
        <p:txBody>
          <a:bodyPr anchor="t" rtlCol="false" tIns="0" lIns="0" bIns="0" rIns="0">
            <a:spAutoFit/>
          </a:bodyPr>
          <a:lstStyle/>
          <a:p>
            <a:pPr algn="l" marL="0" indent="0" lvl="0">
              <a:lnSpc>
                <a:spcPts val="4164"/>
              </a:lnSpc>
            </a:pPr>
            <a:r>
              <a:rPr lang="en-US" sz="1794">
                <a:solidFill>
                  <a:srgbClr val="4B4B4B"/>
                </a:solidFill>
                <a:latin typeface="Consolas"/>
                <a:ea typeface="Consolas"/>
                <a:cs typeface="Consolas"/>
                <a:sym typeface="Consolas"/>
              </a:rPr>
              <a:t>var </a:t>
            </a:r>
            <a:r>
              <a:rPr lang="en-US" sz="1794">
                <a:solidFill>
                  <a:srgbClr val="4B4B4B"/>
                </a:solidFill>
                <a:latin typeface="Consolas"/>
                <a:ea typeface="Consolas"/>
                <a:cs typeface="Consolas"/>
                <a:sym typeface="Consolas"/>
              </a:rPr>
              <a:t>age = 18;</a:t>
            </a:r>
          </a:p>
          <a:p>
            <a:pPr algn="l" marL="0" indent="0" lvl="0">
              <a:lnSpc>
                <a:spcPts val="4164"/>
              </a:lnSpc>
            </a:pPr>
            <a:r>
              <a:rPr lang="en-US" sz="1794">
                <a:solidFill>
                  <a:srgbClr val="4B4B4B"/>
                </a:solidFill>
                <a:latin typeface="Consolas"/>
                <a:ea typeface="Consolas"/>
                <a:cs typeface="Consolas"/>
                <a:sym typeface="Consolas"/>
              </a:rPr>
              <a:t>var name = "Ushna";</a:t>
            </a:r>
          </a:p>
          <a:p>
            <a:pPr algn="l" marL="0" indent="0" lvl="0">
              <a:lnSpc>
                <a:spcPts val="4164"/>
              </a:lnSpc>
            </a:pPr>
            <a:r>
              <a:rPr lang="en-US" sz="1794">
                <a:solidFill>
                  <a:srgbClr val="4B4B4B"/>
                </a:solidFill>
                <a:latin typeface="Consolas"/>
                <a:ea typeface="Consolas"/>
                <a:cs typeface="Consolas"/>
                <a:sym typeface="Consolas"/>
              </a:rPr>
              <a:t>console.log(name + " is " + age + " years old.");</a:t>
            </a:r>
          </a:p>
        </p:txBody>
      </p:sp>
      <p:sp>
        <p:nvSpPr>
          <p:cNvPr name="TextBox 51" id="51"/>
          <p:cNvSpPr txBox="true"/>
          <p:nvPr/>
        </p:nvSpPr>
        <p:spPr>
          <a:xfrm rot="0">
            <a:off x="2206819" y="1504827"/>
            <a:ext cx="5460713" cy="1526096"/>
          </a:xfrm>
          <a:prstGeom prst="rect">
            <a:avLst/>
          </a:prstGeom>
        </p:spPr>
        <p:txBody>
          <a:bodyPr anchor="t" rtlCol="false" tIns="0" lIns="0" bIns="0" rIns="0">
            <a:spAutoFit/>
          </a:bodyPr>
          <a:lstStyle/>
          <a:p>
            <a:pPr algn="ctr" marL="0" indent="0" lvl="0">
              <a:lnSpc>
                <a:spcPts val="6184"/>
              </a:lnSpc>
              <a:spcBef>
                <a:spcPct val="0"/>
              </a:spcBef>
            </a:pPr>
            <a:r>
              <a:rPr lang="en-US" sz="4417">
                <a:solidFill>
                  <a:srgbClr val="5B59A2"/>
                </a:solidFill>
                <a:latin typeface="Fredoka"/>
                <a:ea typeface="Fredoka"/>
                <a:cs typeface="Fredoka"/>
                <a:sym typeface="Fredoka"/>
              </a:rPr>
              <a:t>Variables, Numbers, and Strings</a:t>
            </a:r>
          </a:p>
        </p:txBody>
      </p:sp>
      <p:sp>
        <p:nvSpPr>
          <p:cNvPr name="TextBox 52" id="52"/>
          <p:cNvSpPr txBox="true"/>
          <p:nvPr/>
        </p:nvSpPr>
        <p:spPr>
          <a:xfrm rot="0">
            <a:off x="8299196" y="1734379"/>
            <a:ext cx="7781985" cy="306835"/>
          </a:xfrm>
          <a:prstGeom prst="rect">
            <a:avLst/>
          </a:prstGeom>
        </p:spPr>
        <p:txBody>
          <a:bodyPr anchor="t" rtlCol="false" tIns="0" lIns="0" bIns="0" rIns="0">
            <a:spAutoFit/>
          </a:bodyPr>
          <a:lstStyle/>
          <a:p>
            <a:pPr algn="l" marL="0" indent="0" lvl="0">
              <a:lnSpc>
                <a:spcPts val="2512"/>
              </a:lnSpc>
              <a:spcBef>
                <a:spcPct val="0"/>
              </a:spcBef>
            </a:pPr>
            <a:r>
              <a:rPr lang="en-US" sz="1794">
                <a:solidFill>
                  <a:srgbClr val="4B4B4B"/>
                </a:solidFill>
                <a:latin typeface="Open Sauce"/>
                <a:ea typeface="Open Sauce"/>
                <a:cs typeface="Open Sauce"/>
                <a:sym typeface="Open Sauce"/>
              </a:rPr>
              <a:t>Variable: A container that stores data</a:t>
            </a:r>
          </a:p>
        </p:txBody>
      </p:sp>
      <p:sp>
        <p:nvSpPr>
          <p:cNvPr name="TextBox 53" id="53"/>
          <p:cNvSpPr txBox="true"/>
          <p:nvPr/>
        </p:nvSpPr>
        <p:spPr>
          <a:xfrm rot="0">
            <a:off x="2546551" y="7581229"/>
            <a:ext cx="866736" cy="247376"/>
          </a:xfrm>
          <a:prstGeom prst="rect">
            <a:avLst/>
          </a:prstGeom>
        </p:spPr>
        <p:txBody>
          <a:bodyPr anchor="t" rtlCol="false" tIns="0" lIns="0" bIns="0" rIns="0">
            <a:spAutoFit/>
          </a:bodyPr>
          <a:lstStyle/>
          <a:p>
            <a:pPr algn="l" marL="0" indent="0" lvl="0">
              <a:lnSpc>
                <a:spcPts val="2069"/>
              </a:lnSpc>
            </a:pPr>
            <a:r>
              <a:rPr lang="en-US" b="true" sz="1478">
                <a:solidFill>
                  <a:srgbClr val="FFFFFF"/>
                </a:solidFill>
                <a:latin typeface="Open Sauce Bold"/>
                <a:ea typeface="Open Sauce Bold"/>
                <a:cs typeface="Open Sauce Bold"/>
                <a:sym typeface="Open Sauce Bold"/>
              </a:rPr>
              <a:t>NUMBER</a:t>
            </a:r>
          </a:p>
        </p:txBody>
      </p:sp>
      <p:sp>
        <p:nvSpPr>
          <p:cNvPr name="TextBox 54" id="54"/>
          <p:cNvSpPr txBox="true"/>
          <p:nvPr/>
        </p:nvSpPr>
        <p:spPr>
          <a:xfrm rot="0">
            <a:off x="4008383" y="7581229"/>
            <a:ext cx="1712807" cy="247376"/>
          </a:xfrm>
          <a:prstGeom prst="rect">
            <a:avLst/>
          </a:prstGeom>
        </p:spPr>
        <p:txBody>
          <a:bodyPr anchor="t" rtlCol="false" tIns="0" lIns="0" bIns="0" rIns="0">
            <a:spAutoFit/>
          </a:bodyPr>
          <a:lstStyle/>
          <a:p>
            <a:pPr algn="l" marL="0" indent="0" lvl="0">
              <a:lnSpc>
                <a:spcPts val="2069"/>
              </a:lnSpc>
            </a:pPr>
            <a:r>
              <a:rPr lang="en-US" b="true" sz="1478">
                <a:solidFill>
                  <a:srgbClr val="FFFFFF"/>
                </a:solidFill>
                <a:latin typeface="Open Sauce Bold"/>
                <a:ea typeface="Open Sauce Bold"/>
                <a:cs typeface="Open Sauce Bold"/>
                <a:sym typeface="Open Sauce Bold"/>
              </a:rPr>
              <a:t>var </a:t>
            </a:r>
            <a:r>
              <a:rPr lang="en-US" b="true" sz="1478">
                <a:solidFill>
                  <a:srgbClr val="FFFFFF"/>
                </a:solidFill>
                <a:latin typeface="Open Sauce Bold"/>
                <a:ea typeface="Open Sauce Bold"/>
                <a:cs typeface="Open Sauce Bold"/>
                <a:sym typeface="Open Sauce Bold"/>
              </a:rPr>
              <a:t>score = 100;</a:t>
            </a:r>
          </a:p>
        </p:txBody>
      </p:sp>
      <p:sp>
        <p:nvSpPr>
          <p:cNvPr name="TextBox 55" id="55"/>
          <p:cNvSpPr txBox="true"/>
          <p:nvPr/>
        </p:nvSpPr>
        <p:spPr>
          <a:xfrm rot="0">
            <a:off x="2162415" y="3550760"/>
            <a:ext cx="13963171" cy="306835"/>
          </a:xfrm>
          <a:prstGeom prst="rect">
            <a:avLst/>
          </a:prstGeom>
        </p:spPr>
        <p:txBody>
          <a:bodyPr anchor="t" rtlCol="false" tIns="0" lIns="0" bIns="0" rIns="0">
            <a:spAutoFit/>
          </a:bodyPr>
          <a:lstStyle/>
          <a:p>
            <a:pPr algn="l" marL="0" indent="0" lvl="0">
              <a:lnSpc>
                <a:spcPts val="2512"/>
              </a:lnSpc>
              <a:spcBef>
                <a:spcPct val="0"/>
              </a:spcBef>
            </a:pPr>
            <a:r>
              <a:rPr lang="en-US" sz="1794">
                <a:solidFill>
                  <a:srgbClr val="4B4B4B"/>
                </a:solidFill>
                <a:latin typeface="Open Sauce"/>
                <a:ea typeface="Open Sauce"/>
                <a:cs typeface="Open Sauce"/>
                <a:sym typeface="Open Sauce"/>
              </a:rPr>
              <a:t>Variables store data values. Numbers hold numeric data. Strings hold text inside quotes.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6048" y="3785953"/>
            <a:ext cx="11127721" cy="5472347"/>
            <a:chOff x="0" y="0"/>
            <a:chExt cx="971835" cy="477925"/>
          </a:xfrm>
        </p:grpSpPr>
        <p:sp>
          <p:nvSpPr>
            <p:cNvPr name="Freeform 3" id="3"/>
            <p:cNvSpPr/>
            <p:nvPr/>
          </p:nvSpPr>
          <p:spPr>
            <a:xfrm flipH="false" flipV="false" rot="0">
              <a:off x="0" y="0"/>
              <a:ext cx="971835" cy="477925"/>
            </a:xfrm>
            <a:custGeom>
              <a:avLst/>
              <a:gdLst/>
              <a:ahLst/>
              <a:cxnLst/>
              <a:rect r="r" b="b" t="t" l="l"/>
              <a:pathLst>
                <a:path h="477925" w="971835">
                  <a:moveTo>
                    <a:pt x="0" y="0"/>
                  </a:moveTo>
                  <a:lnTo>
                    <a:pt x="971835" y="0"/>
                  </a:lnTo>
                  <a:lnTo>
                    <a:pt x="971835" y="477925"/>
                  </a:lnTo>
                  <a:lnTo>
                    <a:pt x="0" y="477925"/>
                  </a:lnTo>
                  <a:close/>
                </a:path>
              </a:pathLst>
            </a:custGeom>
            <a:solidFill>
              <a:srgbClr val="005FC2"/>
            </a:solidFill>
          </p:spPr>
        </p:sp>
        <p:sp>
          <p:nvSpPr>
            <p:cNvPr name="TextBox 4" id="4"/>
            <p:cNvSpPr txBox="true"/>
            <p:nvPr/>
          </p:nvSpPr>
          <p:spPr>
            <a:xfrm>
              <a:off x="0" y="-38100"/>
              <a:ext cx="971835" cy="51602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855931" y="4333767"/>
            <a:ext cx="10095082" cy="4697603"/>
          </a:xfrm>
          <a:prstGeom prst="rect">
            <a:avLst/>
          </a:prstGeom>
        </p:spPr>
        <p:txBody>
          <a:bodyPr anchor="t" rtlCol="false" tIns="0" lIns="0" bIns="0" rIns="0">
            <a:spAutoFit/>
          </a:bodyPr>
          <a:lstStyle/>
          <a:p>
            <a:pPr algn="l" marL="0" indent="0" lvl="0">
              <a:lnSpc>
                <a:spcPts val="3115"/>
              </a:lnSpc>
            </a:pPr>
            <a:r>
              <a:rPr lang="en-US" sz="2733">
                <a:solidFill>
                  <a:srgbClr val="FFFFFF"/>
                </a:solidFill>
                <a:latin typeface="Koho"/>
                <a:ea typeface="Koho"/>
                <a:cs typeface="Koho"/>
                <a:sym typeface="Koho"/>
              </a:rPr>
              <a:t>var </a:t>
            </a:r>
            <a:r>
              <a:rPr lang="en-US" sz="2733">
                <a:solidFill>
                  <a:srgbClr val="FFFFFF"/>
                </a:solidFill>
                <a:latin typeface="Koho"/>
                <a:ea typeface="Koho"/>
                <a:cs typeface="Koho"/>
                <a:sym typeface="Koho"/>
              </a:rPr>
              <a:t>score = 75;</a:t>
            </a:r>
          </a:p>
          <a:p>
            <a:pPr algn="l" marL="0" indent="0" lvl="0">
              <a:lnSpc>
                <a:spcPts val="3115"/>
              </a:lnSpc>
            </a:pPr>
            <a:r>
              <a:rPr lang="en-US" sz="2733">
                <a:solidFill>
                  <a:srgbClr val="FFFFFF"/>
                </a:solidFill>
                <a:latin typeface="Koho"/>
                <a:ea typeface="Koho"/>
                <a:cs typeface="Koho"/>
                <a:sym typeface="Koho"/>
              </a:rPr>
              <a:t>if (score &gt;= 90) {</a:t>
            </a:r>
          </a:p>
          <a:p>
            <a:pPr algn="l" marL="0" indent="0" lvl="0">
              <a:lnSpc>
                <a:spcPts val="3115"/>
              </a:lnSpc>
            </a:pPr>
            <a:r>
              <a:rPr lang="en-US" sz="2733">
                <a:solidFill>
                  <a:srgbClr val="FFFFFF"/>
                </a:solidFill>
                <a:latin typeface="Koho"/>
                <a:ea typeface="Koho"/>
                <a:cs typeface="Koho"/>
                <a:sym typeface="Koho"/>
              </a:rPr>
              <a:t>console.log("Grade: A");</a:t>
            </a:r>
          </a:p>
          <a:p>
            <a:pPr algn="l" marL="0" indent="0" lvl="0">
              <a:lnSpc>
                <a:spcPts val="3115"/>
              </a:lnSpc>
            </a:pPr>
            <a:r>
              <a:rPr lang="en-US" sz="2733">
                <a:solidFill>
                  <a:srgbClr val="FFFFFF"/>
                </a:solidFill>
                <a:latin typeface="Koho"/>
                <a:ea typeface="Koho"/>
                <a:cs typeface="Koho"/>
                <a:sym typeface="Koho"/>
              </a:rPr>
              <a:t>} else if (score &gt;= 80) {</a:t>
            </a:r>
          </a:p>
          <a:p>
            <a:pPr algn="l" marL="0" indent="0" lvl="0">
              <a:lnSpc>
                <a:spcPts val="3115"/>
              </a:lnSpc>
            </a:pPr>
            <a:r>
              <a:rPr lang="en-US" sz="2733">
                <a:solidFill>
                  <a:srgbClr val="FFFFFF"/>
                </a:solidFill>
                <a:latin typeface="Koho"/>
                <a:ea typeface="Koho"/>
                <a:cs typeface="Koho"/>
                <a:sym typeface="Koho"/>
              </a:rPr>
              <a:t>console.log("Grade: B");</a:t>
            </a:r>
          </a:p>
          <a:p>
            <a:pPr algn="l" marL="0" indent="0" lvl="0">
              <a:lnSpc>
                <a:spcPts val="3115"/>
              </a:lnSpc>
            </a:pPr>
            <a:r>
              <a:rPr lang="en-US" sz="2733">
                <a:solidFill>
                  <a:srgbClr val="FFFFFF"/>
                </a:solidFill>
                <a:latin typeface="Koho"/>
                <a:ea typeface="Koho"/>
                <a:cs typeface="Koho"/>
                <a:sym typeface="Koho"/>
              </a:rPr>
              <a:t>} else if (score &gt;= 70) {</a:t>
            </a:r>
          </a:p>
          <a:p>
            <a:pPr algn="l" marL="0" indent="0" lvl="0">
              <a:lnSpc>
                <a:spcPts val="3115"/>
              </a:lnSpc>
            </a:pPr>
            <a:r>
              <a:rPr lang="en-US" sz="2733">
                <a:solidFill>
                  <a:srgbClr val="FFFFFF"/>
                </a:solidFill>
                <a:latin typeface="Koho"/>
                <a:ea typeface="Koho"/>
                <a:cs typeface="Koho"/>
                <a:sym typeface="Koho"/>
              </a:rPr>
              <a:t>console.log("Grade: C");</a:t>
            </a:r>
          </a:p>
          <a:p>
            <a:pPr algn="l" marL="0" indent="0" lvl="0">
              <a:lnSpc>
                <a:spcPts val="3115"/>
              </a:lnSpc>
            </a:pPr>
            <a:r>
              <a:rPr lang="en-US" sz="2733">
                <a:solidFill>
                  <a:srgbClr val="FFFFFF"/>
                </a:solidFill>
                <a:latin typeface="Koho"/>
                <a:ea typeface="Koho"/>
                <a:cs typeface="Koho"/>
                <a:sym typeface="Koho"/>
              </a:rPr>
              <a:t>} else {</a:t>
            </a:r>
          </a:p>
          <a:p>
            <a:pPr algn="l" marL="0" indent="0" lvl="0">
              <a:lnSpc>
                <a:spcPts val="3115"/>
              </a:lnSpc>
            </a:pPr>
            <a:r>
              <a:rPr lang="en-US" sz="2733">
                <a:solidFill>
                  <a:srgbClr val="FFFFFF"/>
                </a:solidFill>
                <a:latin typeface="Koho"/>
                <a:ea typeface="Koho"/>
                <a:cs typeface="Koho"/>
                <a:sym typeface="Koho"/>
              </a:rPr>
              <a:t>console.log("Grade: D");</a:t>
            </a:r>
          </a:p>
          <a:p>
            <a:pPr algn="l" marL="0" indent="0" lvl="0">
              <a:lnSpc>
                <a:spcPts val="3115"/>
              </a:lnSpc>
            </a:pPr>
            <a:r>
              <a:rPr lang="en-US" sz="2733">
                <a:solidFill>
                  <a:srgbClr val="FFFFFF"/>
                </a:solidFill>
                <a:latin typeface="Koho"/>
                <a:ea typeface="Koho"/>
                <a:cs typeface="Koho"/>
                <a:sym typeface="Koho"/>
              </a:rPr>
              <a:t>}</a:t>
            </a:r>
          </a:p>
          <a:p>
            <a:pPr algn="l" marL="0" indent="0" lvl="0">
              <a:lnSpc>
                <a:spcPts val="3115"/>
              </a:lnSpc>
            </a:pPr>
            <a:r>
              <a:rPr lang="en-US" sz="2733">
                <a:solidFill>
                  <a:srgbClr val="FFFFFF"/>
                </a:solidFill>
                <a:latin typeface="Koho"/>
                <a:ea typeface="Koho"/>
                <a:cs typeface="Koho"/>
                <a:sym typeface="Koho"/>
              </a:rPr>
              <a:t>Output: Grade: C</a:t>
            </a:r>
          </a:p>
          <a:p>
            <a:pPr algn="l" marL="0" indent="0" lvl="0">
              <a:lnSpc>
                <a:spcPts val="3115"/>
              </a:lnSpc>
            </a:pPr>
          </a:p>
        </p:txBody>
      </p:sp>
      <p:sp>
        <p:nvSpPr>
          <p:cNvPr name="Freeform 6" id="6"/>
          <p:cNvSpPr/>
          <p:nvPr/>
        </p:nvSpPr>
        <p:spPr>
          <a:xfrm flipH="false" flipV="false" rot="-5400000">
            <a:off x="959150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456048" y="2012486"/>
            <a:ext cx="10894849" cy="758574"/>
          </a:xfrm>
          <a:prstGeom prst="rect">
            <a:avLst/>
          </a:prstGeom>
        </p:spPr>
        <p:txBody>
          <a:bodyPr anchor="t" rtlCol="false" tIns="0" lIns="0" bIns="0" rIns="0">
            <a:spAutoFit/>
          </a:bodyPr>
          <a:lstStyle/>
          <a:p>
            <a:pPr algn="l" marL="0" indent="0" lvl="0">
              <a:lnSpc>
                <a:spcPts val="5187"/>
              </a:lnSpc>
            </a:pPr>
            <a:r>
              <a:rPr lang="en-US" b="true" sz="4550">
                <a:solidFill>
                  <a:srgbClr val="005FC2"/>
                </a:solidFill>
                <a:latin typeface="Neo Tech Bold"/>
                <a:ea typeface="Neo Tech Bold"/>
                <a:cs typeface="Neo Tech Bold"/>
                <a:sym typeface="Neo Tech Bold"/>
              </a:rPr>
              <a:t>IF-ELSE AND COMPARISON OPERATORS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2631" y="1317003"/>
            <a:ext cx="5292430" cy="909508"/>
            <a:chOff x="0" y="0"/>
            <a:chExt cx="1393891" cy="239541"/>
          </a:xfrm>
        </p:grpSpPr>
        <p:sp>
          <p:nvSpPr>
            <p:cNvPr name="Freeform 3" id="3"/>
            <p:cNvSpPr/>
            <p:nvPr/>
          </p:nvSpPr>
          <p:spPr>
            <a:xfrm flipH="false" flipV="false" rot="0">
              <a:off x="0" y="0"/>
              <a:ext cx="1393891" cy="239541"/>
            </a:xfrm>
            <a:custGeom>
              <a:avLst/>
              <a:gdLst/>
              <a:ahLst/>
              <a:cxnLst/>
              <a:rect r="r" b="b" t="t" l="l"/>
              <a:pathLst>
                <a:path h="239541" w="1393891">
                  <a:moveTo>
                    <a:pt x="48273" y="0"/>
                  </a:moveTo>
                  <a:lnTo>
                    <a:pt x="1345618" y="0"/>
                  </a:lnTo>
                  <a:cubicBezTo>
                    <a:pt x="1358421" y="0"/>
                    <a:pt x="1370699" y="5086"/>
                    <a:pt x="1379752" y="14139"/>
                  </a:cubicBezTo>
                  <a:cubicBezTo>
                    <a:pt x="1388805" y="23192"/>
                    <a:pt x="1393891" y="35470"/>
                    <a:pt x="1393891" y="48273"/>
                  </a:cubicBezTo>
                  <a:lnTo>
                    <a:pt x="1393891" y="191268"/>
                  </a:lnTo>
                  <a:cubicBezTo>
                    <a:pt x="1393891" y="204071"/>
                    <a:pt x="1388805" y="216349"/>
                    <a:pt x="1379752" y="225402"/>
                  </a:cubicBezTo>
                  <a:cubicBezTo>
                    <a:pt x="1370699" y="234455"/>
                    <a:pt x="1358421" y="239541"/>
                    <a:pt x="1345618" y="239541"/>
                  </a:cubicBezTo>
                  <a:lnTo>
                    <a:pt x="48273" y="239541"/>
                  </a:lnTo>
                  <a:cubicBezTo>
                    <a:pt x="21613" y="239541"/>
                    <a:pt x="0" y="217929"/>
                    <a:pt x="0" y="191268"/>
                  </a:cubicBezTo>
                  <a:lnTo>
                    <a:pt x="0" y="48273"/>
                  </a:lnTo>
                  <a:cubicBezTo>
                    <a:pt x="0" y="21613"/>
                    <a:pt x="21613" y="0"/>
                    <a:pt x="48273" y="0"/>
                  </a:cubicBezTo>
                  <a:close/>
                </a:path>
              </a:pathLst>
            </a:custGeom>
            <a:solidFill>
              <a:srgbClr val="066CF4"/>
            </a:solidFill>
          </p:spPr>
        </p:sp>
        <p:sp>
          <p:nvSpPr>
            <p:cNvPr name="TextBox 4" id="4"/>
            <p:cNvSpPr txBox="true"/>
            <p:nvPr/>
          </p:nvSpPr>
          <p:spPr>
            <a:xfrm>
              <a:off x="0" y="-28575"/>
              <a:ext cx="1393891" cy="268116"/>
            </a:xfrm>
            <a:prstGeom prst="rect">
              <a:avLst/>
            </a:prstGeom>
          </p:spPr>
          <p:txBody>
            <a:bodyPr anchor="ctr" rtlCol="false" tIns="50800" lIns="50800" bIns="50800" rIns="50800"/>
            <a:lstStyle/>
            <a:p>
              <a:pPr algn="ctr" marL="0" indent="0" lvl="0">
                <a:lnSpc>
                  <a:spcPts val="2239"/>
                </a:lnSpc>
              </a:pPr>
            </a:p>
          </p:txBody>
        </p:sp>
      </p:grpSp>
      <p:grpSp>
        <p:nvGrpSpPr>
          <p:cNvPr name="Group 5" id="5"/>
          <p:cNvGrpSpPr/>
          <p:nvPr/>
        </p:nvGrpSpPr>
        <p:grpSpPr>
          <a:xfrm rot="0">
            <a:off x="10368048" y="2237083"/>
            <a:ext cx="9282424" cy="928242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
        <p:nvSpPr>
          <p:cNvPr name="TextBox 7" id="7"/>
          <p:cNvSpPr txBox="true"/>
          <p:nvPr/>
        </p:nvSpPr>
        <p:spPr>
          <a:xfrm rot="0">
            <a:off x="1028700" y="3324835"/>
            <a:ext cx="7871810" cy="6045485"/>
          </a:xfrm>
          <a:prstGeom prst="rect">
            <a:avLst/>
          </a:prstGeom>
        </p:spPr>
        <p:txBody>
          <a:bodyPr anchor="t" rtlCol="false" tIns="0" lIns="0" bIns="0" rIns="0">
            <a:spAutoFit/>
          </a:bodyPr>
          <a:lstStyle/>
          <a:p>
            <a:pPr algn="l" marL="560758" indent="-280379" lvl="1">
              <a:lnSpc>
                <a:spcPts val="4311"/>
              </a:lnSpc>
              <a:buFont typeface="Arial"/>
              <a:buChar char="•"/>
            </a:pPr>
            <a:r>
              <a:rPr lang="en-US" b="true" sz="2597">
                <a:solidFill>
                  <a:srgbClr val="000000"/>
                </a:solidFill>
                <a:latin typeface="Clear Sans Medium"/>
                <a:ea typeface="Clear Sans Medium"/>
                <a:cs typeface="Clear Sans Medium"/>
                <a:sym typeface="Clear Sans Medium"/>
              </a:rPr>
              <a:t>Programming = giving computers clear instructions</a:t>
            </a:r>
          </a:p>
          <a:p>
            <a:pPr algn="l" marL="560758" indent="-280379" lvl="1">
              <a:lnSpc>
                <a:spcPts val="4311"/>
              </a:lnSpc>
              <a:buFont typeface="Arial"/>
              <a:buChar char="•"/>
            </a:pPr>
            <a:r>
              <a:rPr lang="en-US" b="true" sz="2597">
                <a:solidFill>
                  <a:srgbClr val="000000"/>
                </a:solidFill>
                <a:latin typeface="Clear Sans Medium"/>
                <a:ea typeface="Clear Sans Medium"/>
                <a:cs typeface="Clear Sans Medium"/>
                <a:sym typeface="Clear Sans Medium"/>
              </a:rPr>
              <a:t>JavaScript adds interactivity to HTML pages</a:t>
            </a:r>
          </a:p>
          <a:p>
            <a:pPr algn="l" marL="560758" indent="-280379" lvl="1">
              <a:lnSpc>
                <a:spcPts val="4311"/>
              </a:lnSpc>
              <a:buFont typeface="Arial"/>
              <a:buChar char="•"/>
            </a:pPr>
            <a:r>
              <a:rPr lang="en-US" b="true" sz="2597">
                <a:solidFill>
                  <a:srgbClr val="000000"/>
                </a:solidFill>
                <a:latin typeface="Clear Sans Medium"/>
                <a:ea typeface="Clear Sans Medium"/>
                <a:cs typeface="Clear Sans Medium"/>
                <a:sym typeface="Clear Sans Medium"/>
              </a:rPr>
              <a:t>console.log() helps you see messages and debug</a:t>
            </a:r>
          </a:p>
          <a:p>
            <a:pPr algn="l" marL="560758" indent="-280379" lvl="1">
              <a:lnSpc>
                <a:spcPts val="4311"/>
              </a:lnSpc>
              <a:buFont typeface="Arial"/>
              <a:buChar char="•"/>
            </a:pPr>
            <a:r>
              <a:rPr lang="en-US" b="true" sz="2597">
                <a:solidFill>
                  <a:srgbClr val="000000"/>
                </a:solidFill>
                <a:latin typeface="Clear Sans Medium"/>
                <a:ea typeface="Clear Sans Medium"/>
                <a:cs typeface="Clear Sans Medium"/>
                <a:sym typeface="Clear Sans Medium"/>
              </a:rPr>
              <a:t>Variables store data; numbers vs strings differ by quotes and type</a:t>
            </a:r>
          </a:p>
          <a:p>
            <a:pPr algn="l" marL="560758" indent="-280379" lvl="1">
              <a:lnSpc>
                <a:spcPts val="4311"/>
              </a:lnSpc>
              <a:buFont typeface="Arial"/>
              <a:buChar char="•"/>
            </a:pPr>
            <a:r>
              <a:rPr lang="en-US" b="true" sz="2597">
                <a:solidFill>
                  <a:srgbClr val="000000"/>
                </a:solidFill>
                <a:latin typeface="Clear Sans Medium"/>
                <a:ea typeface="Clear Sans Medium"/>
                <a:cs typeface="Clear Sans Medium"/>
                <a:sym typeface="Clear Sans Medium"/>
              </a:rPr>
              <a:t>Use if-else with comparison operators to make decisions</a:t>
            </a:r>
          </a:p>
          <a:p>
            <a:pPr algn="l">
              <a:lnSpc>
                <a:spcPts val="3647"/>
              </a:lnSpc>
            </a:pPr>
          </a:p>
          <a:p>
            <a:pPr algn="l" marL="0" indent="0" lvl="0">
              <a:lnSpc>
                <a:spcPts val="6137"/>
              </a:lnSpc>
            </a:pPr>
            <a:r>
              <a:rPr lang="en-US" b="true" sz="3697" u="sng">
                <a:solidFill>
                  <a:srgbClr val="484783"/>
                </a:solidFill>
                <a:latin typeface="Clear Sans Bold"/>
                <a:ea typeface="Clear Sans Bold"/>
                <a:cs typeface="Clear Sans Bold"/>
                <a:sym typeface="Clear Sans Bold"/>
              </a:rPr>
              <a:t>Thank You for Listening!</a:t>
            </a:r>
          </a:p>
        </p:txBody>
      </p:sp>
      <p:sp>
        <p:nvSpPr>
          <p:cNvPr name="TextBox 8" id="8"/>
          <p:cNvSpPr txBox="true"/>
          <p:nvPr/>
        </p:nvSpPr>
        <p:spPr>
          <a:xfrm rot="0">
            <a:off x="1612831" y="1292682"/>
            <a:ext cx="11582996" cy="1024826"/>
          </a:xfrm>
          <a:prstGeom prst="rect">
            <a:avLst/>
          </a:prstGeom>
        </p:spPr>
        <p:txBody>
          <a:bodyPr anchor="t" rtlCol="false" tIns="0" lIns="0" bIns="0" rIns="0">
            <a:spAutoFit/>
          </a:bodyPr>
          <a:lstStyle/>
          <a:p>
            <a:pPr algn="l" marL="0" indent="0" lvl="0">
              <a:lnSpc>
                <a:spcPts val="7914"/>
              </a:lnSpc>
              <a:spcBef>
                <a:spcPct val="0"/>
              </a:spcBef>
            </a:pPr>
            <a:r>
              <a:rPr lang="en-US" sz="7194">
                <a:solidFill>
                  <a:srgbClr val="000000"/>
                </a:solidFill>
                <a:latin typeface="Hammersmith One"/>
                <a:ea typeface="Hammersmith One"/>
                <a:cs typeface="Hammersmith One"/>
                <a:sym typeface="Hammersmith One"/>
              </a:rPr>
              <a:t>Summary</a:t>
            </a:r>
          </a:p>
        </p:txBody>
      </p:sp>
      <p:sp>
        <p:nvSpPr>
          <p:cNvPr name="TextBox 9" id="9"/>
          <p:cNvSpPr txBox="true"/>
          <p:nvPr/>
        </p:nvSpPr>
        <p:spPr>
          <a:xfrm rot="0">
            <a:off x="1396439" y="2674690"/>
            <a:ext cx="5358671" cy="389731"/>
          </a:xfrm>
          <a:prstGeom prst="rect">
            <a:avLst/>
          </a:prstGeom>
        </p:spPr>
        <p:txBody>
          <a:bodyPr anchor="t" rtlCol="false" tIns="0" lIns="0" bIns="0" rIns="0">
            <a:spAutoFit/>
          </a:bodyPr>
          <a:lstStyle/>
          <a:p>
            <a:pPr algn="l" marL="0" indent="0" lvl="0">
              <a:lnSpc>
                <a:spcPts val="2974"/>
              </a:lnSpc>
            </a:pPr>
            <a:r>
              <a:rPr lang="en-US" sz="3098">
                <a:solidFill>
                  <a:srgbClr val="000000"/>
                </a:solidFill>
                <a:latin typeface="Fredoka"/>
                <a:ea typeface="Fredoka"/>
                <a:cs typeface="Fredoka"/>
                <a:sym typeface="Fredoka"/>
              </a:rPr>
              <a:t>Programming Fundamentals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DAHN2o3M2Z4</dc:identifier>
  <dcterms:modified xsi:type="dcterms:W3CDTF">2011-08-01T06:04:30Z</dcterms:modified>
  <cp:revision>1</cp:revision>
  <dc:title>Programming is the process of giving step-by-step instructions to a computer so it can do tasks. Goal: Solve problems by writing code that a computer can understand and execute.</dc:title>
</cp:coreProperties>
</file>